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305" r:id="rId5"/>
    <p:sldId id="306" r:id="rId6"/>
    <p:sldId id="319" r:id="rId7"/>
    <p:sldId id="348" r:id="rId8"/>
    <p:sldId id="351" r:id="rId9"/>
    <p:sldId id="349" r:id="rId10"/>
    <p:sldId id="341" r:id="rId11"/>
    <p:sldId id="346" r:id="rId12"/>
    <p:sldId id="340" r:id="rId13"/>
    <p:sldId id="347" r:id="rId14"/>
    <p:sldId id="344" r:id="rId15"/>
    <p:sldId id="350" r:id="rId16"/>
    <p:sldId id="353" r:id="rId17"/>
    <p:sldId id="352" r:id="rId18"/>
    <p:sldId id="343" r:id="rId19"/>
    <p:sldId id="354" r:id="rId20"/>
    <p:sldId id="355" r:id="rId21"/>
    <p:sldId id="345" r:id="rId22"/>
    <p:sldId id="331" r:id="rId23"/>
    <p:sldId id="330" r:id="rId24"/>
    <p:sldId id="318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82"/>
  </p:normalViewPr>
  <p:slideViewPr>
    <p:cSldViewPr snapToGrid="0">
      <p:cViewPr varScale="1">
        <p:scale>
          <a:sx n="92" d="100"/>
          <a:sy n="92" d="100"/>
        </p:scale>
        <p:origin x="295" y="34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7:35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24575,'0'993'-1989,"29"-524"1262,-21-398 727,41 352 0,15 148-112,-8-78 22,-39-186 1014,-18 2 530,-1-146-1147,2 588-74,0-748-233,0 10 0,0-1 0,-1 1 0,-3 16 0,4-29 2,0 0-1,0 1 0,0-1 0,0 0 1,0 1-1,0-1 0,0 0 1,0 1-1,-1-1 0,1 0 1,0 1-1,0-1 0,0 0 0,0 1 1,0-1-1,0 0 0,-1 0 1,1 1-1,0-1 0,0 0 1,0 0-1,-1 1 0,1-1 0,0 0 1,-1 0-1,1 0 0,0 1 1,0-1-1,-1 0 0,1 0 1,-1 0-1,0 0-109,1-1-1,-1 0 1,0 1 0,1-1 0,-1 0-1,1 1 1,-1-1 0,1 0 0,-1 0 0,1 0-1,0 0 1,-1 0 0,-8-22-6718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3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24575,'0'0'0,"0"1"0,0-1 0,1 1 0,-1 0 0,0-1 0,1 1 0,-1-1 0,0 1 0,1-1 0,-1 1 0,1-1 0,-1 0 0,1 1 0,-1-1 0,1 1 0,-1-1 0,1 0 0,-1 0 0,1 1 0,-1-1 0,1 0 0,-1 0 0,1 1 0,0-1 0,4 2 0,43 17 0,69 20 0,-101-35 0,304 69-556,8-28-659,556 16-1483,-19-46 4110,20-16 943,-297 0-1653,-387-11-702,-4-14 0,-188 24 0,6 0 0,19-1 0,-33 3 0,0 0 0,1 0 0,-1 0 0,0 0 0,1 0 0,-1 1 0,0-1 0,0 0 0,0 1 0,1-1 0,-1 1 0,0-1 0,0 1 0,0 0 0,0-1 0,0 1 0,0 0 0,0 0 0,0 0 0,0 0 0,0 0 0,0 1 0,2 2 0,-1 1 0,1 0 0,-1 0 0,2 8 0,-3-8 0,12 38 4,6 48 1,3 51-107,-20-126 67,57 736-603,-62 69 638,-20-386 0,4-255 766,-16 115-766,35-291 0,-9 50 0,-5 52 0,7 55 0,0-4 0,-10 2 0,-1 10 0,8-41 0,-2 55 0,10-88 0,-5 105 0,3-111 0,2-41 0,2-45 0,0-1 0,0 1 0,0-1 0,-1 0 0,1 1 0,-1-1 0,0 1 0,0-1 0,0 0 0,-1 4 0,1-5 0,0 0 0,-1 0 0,1 1 0,0-1 0,0 0 0,0 0 0,-1 0 0,1-1 0,0 1 0,-1 0 0,1 0 0,-1-1 0,1 1 0,-1-1 0,1 1 0,-1-1 0,-2 1 0,-22 1 0,0-1 0,-49-5 0,35 1 0,-254-8 0,-60-4 0,216 4-379,-234-13-198,-506 17-1532,368 31 1514,29-1 49,309-23 2012,-83 3 1274,214 0-2740,-8 1 0,-67-4 0,89-3 0,1-1 0,-43-14 0,-10-1 0,-240-32 0,283 48 0,26 3 0,-1-1 0,1 0 0,-1-1 0,-13-4 0,21 5 0,0-1 0,0 1 0,0-1 0,0 0 0,0 0 0,0 0 0,1-1 0,-1 1 0,1 0 0,-1-1 0,1 0 0,0 0 0,0 1 0,0-1 0,1 0 0,-2-4 0,-3-7 0,0 0 0,-4-22 0,10 35 0,-14-57-1365,1-4-5461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3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24575,'0'1650'0,"0"-1645"0,0-4 0,1 1 0,-1-1 0,0 1 0,0-1 0,0 1 0,0-1 0,-1 0 0,1 1 0,0-1 0,-1 1 0,0 2 0,0-6 0,-1-4 0,0-30-1365,0-12-5461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4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 24575,'1'0'0,"1"1"0,-1 0 0,1 0 0,-1 0 0,0 0 0,1 0 0,-1 0 0,0 0 0,0 0 0,0 0 0,0 0 0,0 1 0,1 1 0,3 4 0,346 321 0,-326-305 0,-1 0 0,-2 1 0,0 2 0,18 27 0,5 10 0,41 60 0,-71-98 0,-2 0 0,0 1 0,11 33 0,-8-9 0,-3 1 0,-2 0 0,-3 0 0,-1 1 0,-1 70 0,-6-118 0,1 49 0,-2 0 0,-10 60 0,8-97 0,-1-1 0,-1 0 0,0 0 0,-1-1 0,-1 1 0,0-2 0,-1 1 0,0-1 0,-1 0 0,-19 21 0,-2-3 0,-1-1 0,-58 41 0,60-51 0,0-1 0,-2-2 0,0-1 0,-43 16 0,-136 36 0,193-64 0,1 0 0,-1-1 0,0 0 0,0-1 0,0-1 0,-24-2 0,40 1 0,0 0 0,0 0 0,0 0 0,0 0 0,0-1 0,0 1 0,0 0 0,0-1 0,0 1 0,0-1 0,0 1 0,0-1 0,0 1 0,0-1 0,1 1 0,-1-1 0,0 0 0,0 0 0,1 1 0,-1-1 0,0 0 0,1 0 0,-1 0 0,1 0 0,-1 0 0,1 0 0,-1 0 0,1 0 0,0 0 0,-1 0 0,1 0 0,0 0 0,0 0 0,0 0 0,0 0 0,0 0 0,0 0 0,0 0 0,0 0 0,0 0 0,1 0 0,-1-2 0,3-7-455,0 0 0,5-11 0,13-29-6371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5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0 24575,'-7'322'0,"2"-159"0,-4 76 0,4-144 0,-19 266 0,6-137 0,13-194 0,2-25 0,0-7 0,2 0 0,0-1 0,0 0 0,0 0 0,1 0 0,-1-6 0,-3-44-1365,1-11-5461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6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37 24575,'4'0'0,"0"-1"0,-1 0 0,1 0 0,0 0 0,0 0 0,4-2 0,9-3 0,10-1 0,0 2 0,55-4 0,-63 8 0,0 1 0,0 1 0,0 1 0,0 1 0,24 6 0,-15-1 0,0 2 0,0 1 0,-1 1 0,0 1 0,-1 1 0,27 20 0,-20-9 0,-1 1 0,38 40 0,-62-56 0,0 0 0,-1 0 0,0 0 0,0 1 0,-1 0 0,-1 1 0,1-1 0,-2 1 0,0 0 0,0 0 0,2 20 0,18 192 0,-20 0 0,-10-65 0,3-136 0,0 0 0,-2 0 0,-1-1 0,-14 40 0,14-49 0,-1-1 0,0 0 0,-1-1 0,0 1 0,0-1 0,-1-1 0,-19 17 0,-7 3 0,-39 24 0,51-38 0,-163 108 0,148-103 0,-2-1 0,1-1 0,-46 13 0,76-29 0,1-1 0,0 0 0,-1-1 0,1 1 0,-1-2 0,0 1 0,1-1 0,-13-2 0,18 2 0,0-1 0,0 1 0,1-1 0,-1 0 0,0 0 0,0 0 0,0 0 0,1-1 0,-1 1 0,0-1 0,1 0 0,-1 1 0,1-1 0,0 0 0,0 0 0,0-1 0,0 1 0,0 0 0,0-1 0,0 1 0,1-1 0,-1 0 0,1 1 0,0-1 0,0 0 0,0 0 0,-1-3 0,-1-12-113,1 1-1,1 0 1,1-20-1,0 21-797,0-29-5915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7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0 24575,'-22'1'0,"1"1"0,0 0 0,-41 11 0,-60 27 0,110-36 0,-186 72-578,7 18 280,169-81 298,-37 28 0,53-36 0,-1 1 0,1 0 0,0 0 0,0 1 0,1 0 0,0 0 0,0 0 0,-6 14 0,9-15 35,0 0 0,0-1 0,1 1 1,0 0-1,0 0 0,1 0 0,0 0 0,0 0 1,1 8-1,1 2 140,1 1-1,6 18 1,-1-10-175,23 47 0,20 23 0,-36-66 0,16 24 0,46 58 0,45 43 0,12 16 0,-118-148 0,-1 0 0,-1 2 0,-2 0 0,0 0 0,-1 1 0,-2 0 0,0 1 0,9 53 0,-17-73 0,0 0 0,-1 0 0,1 0 0,-1 0 0,-1 0 0,1 0 0,-3 8 0,2-10 0,0-1 0,0 0 0,-1 0 0,1 0 0,-1 0 0,0 0 0,0-1 0,0 1 0,0 0 0,0-1 0,0 1 0,-1-1 0,1 0 0,-1 0 0,-2 2 0,-4 1 0,-1 0 0,1-1 0,-1 0 0,0 0 0,0-1 0,0 0 0,-1-1 0,1 0 0,-1-1 0,-15 1 0,3-2 0,0-2 0,1 0 0,-42-9 0,55 9 0,-1 0 0,-11-6 0,18 7 0,0-1 0,-1 0 0,1 0 0,0 0 0,0 0 0,0-1 0,0 1 0,0-1 0,-2-3 0,-11-20-1365,3-2-5461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28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24575,'2'1'0,"1"1"0,-1 0 0,1-1 0,-1 1 0,1-1 0,0 0 0,0 0 0,-1 0 0,7 1 0,-2 0 0,12 2 0,-1 0 0,1-1 0,31 1 0,48-1 0,117-2 0,1011-1-5160,-736-1 9305,237 1-3091,-195 1-1093,-170-31 39,-318 24 0,186-8 0,-1 15 0,-83 1 0,-109-2-1365,-9 0-5461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5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5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24575,'0'2'0,"0"4"0,0 4 0,0 3 0,0 3 0,0-1 0,-2 1 0,-1 1 0,1 1 0,0-1 0,-4 1 0,0-3-8191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5.5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0 24575,'0'4'0,"0"3"0,-2 5 0,0 1 0,0 6 0,0 0 0,0 2 0,2-1 0,-1-1 0,1 0 0,0-1 0,0 0 0,0-2 0,0 0 0,0-2-8191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24575,'0'4'0,"4"3"0,2 3 0,-1 3 0,-1 2 0,-1 2 0,-1-2-8191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6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24575,'0'2'0,"0"3"0,0 4 0,0 2 0,0 4 0,0 2 0,0 0 0,0-1-8191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6.2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24575,'0'2'0,"0"5"0,0 2 0,0 5 0,4 1 0,1 0 0,0 2 0,-1 4 0,-1-3-8191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6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24575,'4'0'0,"1"2"0,0 5 0,-1 3 0,-1 2 0,-2 2 0,0 1 0,2-1 0,-1-1 0,0 1 0,0-2-8191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6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24575,'0'2'0,"0"3"0,0 4 0,0 2 0,2 4 0,1 1 0,-1 2 0,0-3-8191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7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24575,'4'2'0,"2"4"0,-1 4 0,-1 4 0,-1 1 0,-1 2 0,-1 5 0,-1-3-8191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7.2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24575,'0'2'0,"0"5"0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7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24575,'0'2'0,"0"5"0,0 2 0,0 3 0,0-2-8191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24575,'0'2'0,"0"2"0,0 5 0,0 3 0,0 2 0,0 2 0,0 2 0,0 0 0,0-4-8191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8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24575,'0'2'0,"0"2"0,0 5 0,0 3 0,0 3 0,0 1 0,0 2 0,0-1 0,0-3-8191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8.6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24575,'0'4'0,"0"3"0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39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2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24575,'0'4'0,"0"4"0,0 3 0,0 7 0,0 9 0,0 1-8191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2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24575,'0'4'0,"1"1"0,2 2 0,3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2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24575,'2'0'0,"5"4"0,3 1 0,1 0 0,4-1 0,4-1 0,9-1 0,6-1 0,28-1 0,4 0-8191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2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24575,'2'0'0,"6"0"0,5 0 0,6 0 0,8 0 0,4 0 0,6 0 0,4 0 0,6 0 0,5 0 0,9 0 0,9 0 0,-9 0-8191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2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24575,'3'0'0,"5"0"0,5 0 0,6 0 0,4 0 0,1 0 0,6 0 0,8-2 0,9 0 0,26-5 0,0 0-8191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3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24575,'3'0'0,"5"0"0,3 0 0,3 0 0,0 0 0,5 0 0,10 0 0,14 0 0,41 0 0,6 0-8191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3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24575,'2'0'0,"1"4"0,4 2 0,6-1 0,7-1 0,6-1 0,4-1 0,29-9 0,4-4-8191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3.5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24575,'2'0'0,"5"0"0,2 0 0,3 0 0,2 0 0,6 0 0,8 0 0,12-4 0,22-1 0,1 0-8191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3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 24575,'4'0'0,"4"0"0,3 0 0,3 0 0,4 0 0,10 0 0,7 0 0,33-4 0,5-1-8191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5.3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24575,'0'-2'0,"0"-4"0,0-14 0,0-2-8191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47 326 24575,'0'-4'0,"0"-3"0,0-7 0,-4-6 0,-1-12 0,-2-10 0,0-10 0,-4-25 0,-1 0-8191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5.7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21 245 24575,'0'-2'0,"0"-11"0,0-4 0,0-10 0,-2-8 0,-6-37 0,-3-7-8191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5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50 320 24575,'0'-4'0,"0"-7"0,0-3 0,-21-114 0,-8-35-8191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78 413 24575,'-4'-8'0,"-1"-5"0,0-1 0,1-4 0,-3 1 0,-2-2 0,1-6 0,1-6 0,-2-7 0,1-9 0,1-42 0,2-5-8191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6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37 204 24575,'0'-2'0,"0"-4"0,0-4 0,0-3 0,-4-6 0,-1-2 0,0-2 0,-3-7 0,0-10 0,2 0-8191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6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12 24575,'0'-2'0,"-2"-1"0,-1-4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6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9 24575,'-4'0'0,"-3"0"0,-11-3 0,-1-3-8191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6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24575,'-2'0'0,"-7"0"0,-13 0 0,-9 0 0,-9 0 0,-14 0 0,-2 0 0,-19 0 0,4 0-8191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0 24575,'-2'0'0,"-10"0"0,-10 0 0,-8 0 0,-13 0 0,-5 0 0,-11 0 0,-45 0 0,-6 0-8191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0 24575,'-4'0'0,"-7"0"0,-8 0 0,-6 0 0,-5 0 0,-1 0 0,-11 0 0,1 0-8191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581 0 24575,'-8'4'0,"-8"2"0,-8-2 0,-5 0 0,-6-1 0,-11-1 0,-6-1 0,-8-1 0,-6 0 0,-4 0 0,-20 0 0,6 0-8191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367 0 24575,'-2'0'0,"-2"0"0,-7 0 0,-9 0 0,-8 0 0,-8 0 0,-10 0 0,-11 0 0,-25 0 0,1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0 24575,'-6'0'0,"-8"4"0,-5 1 0,-6 0 0,0-1 0,-2-1 0,-2-1 0,0-1 0,-3-1 0,-43 0 0,-9 0-8191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7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0 24575,'-6'2'0,"-6"1"0,-3-1 0,0 0 0,-3 0 0,1-1 0,-1-1 0,-9 4 0,-1 2-8191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8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0 24575,'-3'0'0,"-3"0"0,-10 0 0,-13 2 0,-16 5 0,0 1-8191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8.2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24575,'0'4'0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0 175 24575,'661'0'0,"-360"-23"0,-233 16 0,85-12 0,49-5 0,106-10-197,182-14-1551,4 40 1166,-128 5 953,767-5 1818,-741 9-2222,13-1-1332,-383 0-5461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2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24575,'2'0'0,"1"6"0,3 10 0,5 12 0,1 7 0,-2 9 0,1 8 0,-1 6 0,-2-1 0,-3 0 0,-2 0 0,1-2 0,-1-4 0,-1-5 0,0-7 0,-1-7 0,3-8 0,2-8-8191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3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36 24575,'0'-2'0,"4"0"0,5-1 0,11 1 0,8 0 0,5-2 0,9-2 0,7 1 0,5 1 0,-3 1 0,-8 1 0,-8 2 0,-7-1 0,-7 1 0,-1 1 0,0 1 0,3 6 0,-3 3-8191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248 949 24575,'-1'-1'0,"-1"1"0,1-1 0,-1 1 0,1-1 0,-1 0 0,1 1 0,0-1 0,-1 0 0,1 0 0,0 0 0,-1 0 0,1 0 0,0 0 0,-2-3 0,0 0 0,-9-8 0,0-1 0,2-1 0,-14-21 0,-23-51 0,27 45 0,1-2 0,3 0 0,1-1 0,2-1 0,2 0 0,2 0 0,3-1 0,1 0 0,2-76 0,4 102 0,0-1 0,2 1 0,0-1 0,8-23 0,-8 35 0,0 1 0,0-1 0,1 0 0,0 1 0,1 0 0,0 0 0,0 1 0,0-1 0,1 1 0,0 0 0,13-10 0,-17 14 0,1 1 0,0 1 0,0-1 0,0 0 0,0 1 0,0-1 0,0 1 0,1 0 0,-1 0 0,0 0 0,1 0 0,-1 1 0,0 0 0,1-1 0,-1 1 0,1 0 0,-1 1 0,1-1 0,-1 1 0,0-1 0,1 1 0,-1 0 0,0 0 0,0 0 0,6 3 0,2 3 0,0 0 0,0 1 0,-1 0 0,0 0 0,12 14 0,35 40 0,69 98 0,-107-134 0,72 101 0,-66-87 0,26 55 0,-45-80 0,0 0 0,-1 0 0,-1 1 0,-1 0 0,0 0 0,-1 0 0,1 26 0,-3-40 0,0 1 0,-1 0 0,1-1 0,0 1 0,-1-1 0,1 0 0,-1 1 0,0-1 0,0 1 0,0-1 0,0 0 0,0 1 0,-1-1 0,1 0 0,0 0 0,-1 0 0,0 0 0,1 0 0,-1-1 0,0 1 0,0 0 0,0-1 0,0 0 0,-4 2 0,-3 2 0,-1-1 0,1 0 0,-1-1 0,-17 3 0,13-3 0,-85 22 0,99-25-6,-2 1-55,1 0-1,-1-1 0,1 1 0,0-1 0,-1 0 1,0 1-1,1-1 0,-1 0 0,1 0 0,-1 0 1,1 0-1,-1 0 0,1-1 0,-1 1 1,1 0-1,-1-1 0,1 1 0,-1-1 0,1 1 1,-1-1-1,0 0 0,-8-10-6764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5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265 732 24575,'-6'0'0,"-1"0"0,0-1 0,1 0 0,-1-1 0,1 1 0,-1-1 0,1-1 0,0 1 0,0-1 0,0 0 0,0 0 0,0-1 0,1 0 0,-8-6 0,0-2 0,0-1 0,1-1 0,0 0 0,-11-18 0,13 15 0,0 0 0,1 0 0,1-1 0,1 0 0,-9-33 0,6 9 0,-6-67 0,13 79 0,1-57 0,2 77 0,1 0 0,1 0 0,-1 1 0,2-1 0,-1 0 0,1 1 0,1-1 0,-1 1 0,9-14 0,-8 18 0,0 0 0,0 1 0,0-1 0,1 1 0,-1-1 0,1 1 0,0 1 0,1-1 0,-1 1 0,1 0 0,-1 0 0,8-2 0,6-2 0,0 1 0,28-4 0,36-3 0,-70 11 0,0 2 0,-1 0 0,1 0 0,20 4 0,-27-2 0,1 0 0,0 1 0,-1 0 0,0 0 0,1 0 0,-1 0 0,0 1 0,-1 0 0,1 1 0,-1-1 0,6 7 0,7 8 0,23 34 0,-30-39 0,11 17 0,-1 1 0,-1 1 0,-2 1 0,-1 1 0,18 56 0,-31-77 0,-1 1 0,0 0 0,-1-1 0,1 19 0,-4 59 0,-1-48 0,2-37 0,0-1 0,-1 1 0,0-1 0,0 1 0,-1-1 0,0 0 0,-3 9 0,3-11 0,0 0 0,0 0 0,-1-1 0,1 1 0,-1-1 0,0 1 0,0-1 0,0 0 0,0 0 0,-1 0 0,1 0 0,-5 2 0,-17 8 0,-40 15 0,-14 7 0,51-19 0,16-8 0,0-1 0,-1 0 0,0-1 0,0-1 0,-1 0 0,-13 3 0,23-7 5,1-1 0,0 0-1,-1 0 1,1 0 0,0 0-1,0-1 1,-1 1 0,1-1-1,0 0 1,0 0 0,0 0 0,0 0-1,0-1 1,0 1 0,0-1-1,0 0 1,0 0 0,1 0-1,-1 0 1,1 0 0,-1-1-1,1 1 1,0 0 0,-3-5-1,-2-5-283,-1 0 0,2-1-1,-1 0 1,-4-15 0,10 26 193,-15-40-6740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6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24575,'0'56'0,"13"320"0,-3-273 0,39 172 0,-46-259 0,2 1 0,0-1 0,13 26 0,-16-38 0,1 1 0,0-1 0,0 0 0,0 0 0,1 0 0,7 7 0,-9-9 0,1 0 0,0-1 0,0 1 0,-1 0 0,1-1 0,0 0 0,0 0 0,1 0 0,-1 0 0,0 0 0,0 0 0,4-1 0,31 1 0,0-2 0,57-9 0,-81 9 0,0-1 0,-1-1 0,18-6 0,-27 8 0,1-1 0,-1 0 0,0 0 0,0 0 0,-1-1 0,1 1 0,0-1 0,-1 0 0,0 0 0,1 0 0,-1-1 0,0 1 0,-1-1 0,4-4 0,-2 0 0,0 0 0,-1 0 0,0-1 0,-1 1 0,0-1 0,0 1 0,1-11 0,0-64 0,-3 68 0,-2-254 0,2 262-273,0 0 0,-1 0 0,0 0 0,-2-10 0,0 9-6553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24575,'1'0'0,"-1"0"0,1 0 0,0 1 0,-1-1 0,1 0 0,0 1 0,-1-1 0,1 0 0,0 1 0,-1-1 0,1 1 0,-1-1 0,1 1 0,0-1 0,-1 1 0,1-1 0,-1 1 0,0 0 0,1 0 0,8 16 0,-7-13 0,9 22 0,-2 0 0,0 1 0,-2 1 0,0-1 0,3 39 0,-2 143 0,-16-19 0,2-137 0,-18 80 0,17-109 0,2-18-14,1-6 35,-5-11-1051,8 9 688,-13-23-6484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7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24575,'0'-4'0,"2"-2"0,7-1 0,13-3 0,17-1 0,6 3 0,0 1 0,-4 3 0,-6 2 0,-7 1 0,-4 1 0,-4 0 0,-6 1-8191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8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 24575,'-1'21'0,"-1"0"0,-1-1 0,-8 27 0,1 4 0,-6 28 0,-28 206 0,36-168 0,11 170 0,-3-277 0,1 1 0,0-1 0,1 0 0,4 15 0,-5-24 11,-1 1-1,1-1 1,-1 0-1,1 0 1,0 1-1,0-1 1,-1 0-1,3 2 1,1-3-241,0-7-1000,2-14-5596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59.6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24575,'3'0'0,"-1"1"0,1-1 0,0 1 0,-1-1 0,1 1 0,-1 0 0,1 0 0,-1 0 0,0 1 0,3 1 0,4 1 0,10 6 0,148 80 0,-92-50 0,20 13 0,-85-46 0,0 0 0,0 1 0,-1 1 0,0-1 0,-1 1 0,14 18 0,-4 1 0,-2 1 0,22 50 0,14 65 0,-48-134 0,-1 1 0,0 0 0,-1 0 0,3 22 0,-5-29 0,-1 1 0,1-1 0,0 0 0,-1 0 0,0 0 0,0 0 0,0 0 0,-1 0 0,1-1 0,-1 1 0,0 0 0,0-1 0,0 1 0,0-1 0,-1 0 0,-5 6 0,-4 3 0,-2-1 0,1 0 0,-1-1 0,-1-1 0,-29 14 0,-84 27 0,35-26 0,37-11 0,49-10 0,7-1 0,12 3 0,11 0 0,41 3 0,-12-2 0,99 24 0,-124-23 0,-1 1 0,0 1 0,40 21 0,-58-25 0,0 0 0,0 0 0,-1 0 0,0 1 0,0 0 0,0 1 0,-1 0 0,0 0 0,8 11 0,-10-11 0,0 0 0,0 0 0,-1 1 0,-1-1 0,1 0 0,-1 1 0,0 0 0,-1 0 0,1-1 0,-2 1 0,1 12 0,-2-8 0,0 0 0,-1 0 0,0 0 0,-1 0 0,0-1 0,-1 1 0,0-1 0,-1 0 0,0 0 0,-1-1 0,-12 19 0,7-15 0,-1 0 0,0 0 0,-1-1 0,0-1 0,-1 0 0,0-1 0,-20 11 0,-1-3 0,-1-1 0,-1-2 0,-1-2 0,0-1 0,-1-2 0,-45 7 0,72-16 0,0 0 0,1-1 0,-1 0 0,0-1 0,-15-1 0,24 1 0,-1-1 0,1 1 0,-1-1 0,1 0 0,0 0 0,-1-1 0,1 1 0,0-1 0,0 0 0,0 0 0,0 0 0,0 0 0,0 0 0,0 0 0,1-1 0,-1 1 0,1-1 0,0 0 0,0 0 0,0 0 0,-3-5 0,1-1-170,1-1-1,0-1 0,0 1 1,1 0-1,1-1 0,0 1 1,0-20-1,0-31-6655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0.6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24575,'-1'118'0,"6"187"0,5-230 0,32 129 0,-37-182 0,7 22 0,2-1 0,2 0 0,21 41 0,-33-77 0,-1 0 0,1 0 0,0 0 0,1 0 0,-1-1 0,1 0 0,1 0 0,9 9 0,-15-15 0,0 0 0,1 0 0,-1 1 0,0-1 0,1 0 0,-1 0 0,0 0 0,0 0 0,1 0 0,-1 1 0,0-1 0,1 0 0,-1 0 0,1 0 0,-1 0 0,0 0 0,1 0 0,-1 0 0,0 0 0,1 0 0,-1 0 0,0 0 0,1 0 0,-1-1 0,0 1 0,1 0 0,-1 0 0,0 0 0,1 0 0,-1-1 0,8-9 0,-7 8 0,7-13 0,-1 0 0,10-31 0,6-37 0,-20 72 0,41-220 0,-34 169 0,-3 14 0,-2 0 0,-2-1 0,-2 0 0,-2 0 0,-9-51 0,-19-46-1365,24 129-5461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1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24575,'-1'373'0,"2"271"0,8-378 0,-10-251 0,-1-20 0,-4-24 0,-1-87-1226,7 113 1087,-3-74-6687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1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24575,'4'4'0,"7"5"0,10 3 0,3 4 0,3-2 0,9 2 0,5-3 0,0-3 0,6-3 0,4-3 0,8-3 0,5-2 0,1-6 0,-1-1 0,-11-2 0,-14 1-8191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2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31 24575,'2'2'0,"2"0"0,5 1 0,3-1 0,5-1 0,1 0 0,6-3 0,1 0 0,-2 0 0,1 0 0,0 0 0,2-1 0,-1 0 0,-1 0 0,-3-3 0,-1 0 0,-2 0 0,-3 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24575,'1'0'0,"-1"0"0,1 1 0,0-1 0,0 0 0,0 0 0,-1 0 0,1 1 0,0-1 0,0 0 0,-1 1 0,1-1 0,0 0 0,-1 1 0,1-1 0,0 1 0,-1-1 0,1 1 0,-1 0 0,1-1 0,-1 1 0,1 0 0,-1-1 0,1 2 0,7 19 0,-7-16 0,22 81 0,-4 2 0,8 104 0,7 487 0,-35-605 0,3 80 0,0-140 0,-2-14 0,0 0 0,0 0 0,0 0 0,0 0 0,0 0 0,0 0 0,0 0 0,0 0 0,0 0 0,0 0 0,0 0 0,0 0 0,0 0 0,0 0 0,0 0 0,0 0 0,0 0 0,0 0 0,0 0 0,0 0 0,1-1 0,-1 1 0,0 0 0,0 0 0,0 0 0,0 0 0,0 0 0,0 0 0,0 0 0,0 0 0,0 0 0,0 0 0,0 0 0,0 0 0,0 0 0,0 0 0,0 0 0,0 1 0,0-1 0,0 0 0,0 0 0,0 0 0,1 0 0,-1 0 0,0 0 0,0 0 0,0 0 0,3-31 0,-2-42-1365,0-17-5461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3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24575,'4'0'0,"3"0"0,10 0 0,9 2 0,5 1 0,5-1 0,3 0 0,1-1 0,-6 0 0,-3 0 0,-6-1 0,3-2 0,7-1 0,8 1 0,8-4 0,2-1 0,-5 1 0,-11 1-8191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3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24575,'4'0'0,"3"0"0,2 2 0,4 1 0,2-1 0,4 0 0,10-1 0,7-2 0,2-1 0,4-2 0,-1-1 0,0-3 0,-2 0 0,-8-1 0,-5 2 0,-8 1 0,-8 2-8191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24575,'1'19'0,"1"-1"0,7 33 0,2 7 0,9 160 0,-14-136 0,7 99 0,10 102 0,-12-194 0,27 102 0,-32-166 0,12 25 0,-8-30 0,-10-20 0,0 0 0,0 0 0,0 0 0,1 0 0,-1 0 0,0 0 0,0 0 0,0 1 0,0-1 0,0 0 0,0 0 0,1 0 0,-1 0 0,0 0 0,0 0 0,0 0 0,0 0 0,1 0 0,-1 0 0,0 0 0,0 0 0,0 0 0,0 0 0,1 0 0,-1 0 0,0 0 0,0 0 0,0 0 0,0 0 0,0 0 0,1 0 0,-1 0 0,0-1 0,0 1 0,0 0 0,0 0 0,0 0 0,1 0 0,-1 0 0,0 0 0,0 0 0,0-1 0,0 1 0,0 0 0,0 0 0,0 0 0,0 0 0,0 0 0,0-1 0,0 1 0,0 0 0,1 0 0,-1 0 0,0 0 0,0-1 0,0 1 0,0 0 0,0 0 0,0 0 0,0 0 0,-1-1 0,3-6-55,0-1-1,-1 0 1,-1 0-1,1 0 1,-2-15-1,0-1-976,1-44-5794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5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1 153 24575,'0'-1'0,"1"0"0,-1 0 0,1 0 0,-1 0 0,1 0 0,0 0 0,-1 0 0,1 0 0,0 0 0,0 0 0,-1 1 0,1-1 0,0 0 0,0 1 0,0-1 0,0 0 0,0 1 0,2-1 0,2-2 0,7-7 0,18-16 0,-19 16 0,0 0 0,17-10 0,-15 12 0,2 1 0,-1 0 0,1 1 0,0 0 0,0 1 0,0 1 0,1 0 0,27-2 0,182 1 0,-209 6-455,-1 0 0,24 5 0,-19-1-6371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5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24575,'0'1'0,"0"-1"0,0 0 0,1 1 0,-1-1 0,0 1 0,0-1 0,0 1 0,0-1 0,1 1 0,-1-1 0,0 0 0,0 1 0,1-1 0,-1 0 0,0 1 0,1-1 0,-1 0 0,0 1 0,1-1 0,-1 0 0,1 1 0,-1-1 0,0 0 0,1 0 0,12 5 0,-12-5 0,12 3 0,-1-1 0,1-1 0,25 0 0,41-6 0,-34 2 0,19-2-25,75-3-1315,-120 7-5486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24575,'9'0'0,"10"4"0,17 1 0,13 0 0,9-1 0,14-3 0,12-6 0,4-2 0,-1-4 0,-9-3 0,-16 0 0,-18-7 0,-17-1-8191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6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24575,'1'8'0,"0"-1"0,0 1 0,0-1 0,1 0 0,3 8 0,4 14 0,66 385 0,-56-291 0,21 217-126,-19 0-312,-9-168 438,-6-129 0,21 83 0,-18-100 0,-4-18 23,-5-8-20,0 0 0,0 0-1,0 0 1,0 0 0,0 0 0,0 0 0,1 0 0,-1 0-1,0 0 1,0 0 0,0 0 0,0 0 0,0 0 0,0 0 0,0 0-1,0 0 1,0 0 0,0 0 0,0 0 0,1 0 0,-1 0-1,0 0 1,0 0 0,0 0 0,0 0 0,0 0 0,0 0-1,0 0 1,0 0 0,0 0 0,0 0 0,0-1 0,0 1 0,0 0-1,0 0 1,0 0 0,0 0 0,0 0 0,0 0 0,0 0-1,0 0 1,0 0 0,0 0 0,0 0 0,0 0 0,0-1-1,0 1 1,0 0 0,0 0 0,0 0 0,1-19-1066,-3-17-5669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08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24575,'43'1'0,"-1"3"0,0 1 0,62 16 0,-51-5 0,-2 2 0,85 42 0,-109-45 0,0 0 0,-1 1 0,-1 2 0,-1 1 0,43 41 0,-42-32 0,-1 1 0,-1 0 0,-1 2 0,26 49 0,-44-70 0,0 0 0,0 0 0,-1 0 0,0 0 0,0 1 0,1 19 0,-3-13 0,0 0 0,-2-1 0,-3 29 0,3-38 0,-1 0 0,0 0 0,0 0 0,-1 0 0,0-1 0,0 1 0,0-1 0,-1 1 0,0-1 0,0 0 0,-1-1 0,1 1 0,-1-1 0,-1 0 0,-9 8 0,-5 1 0,-1-1 0,0 0 0,-30 11 0,48-23 0,-334 137 0,304-127 0,33-11 0,0 0 0,0 0 0,-1 0 0,1 0 0,0 1 0,0-1 0,-1 0 0,1 0 0,0 0 0,0 0 0,0 1 0,-1-1 0,1 0 0,0 0 0,0 1 0,0-1 0,0 0 0,0 0 0,0 1 0,0-1 0,-1 0 0,1 0 0,0 1 0,0-1 0,0 0 0,0 0 0,0 1 0,0-1 0,0 0 0,0 0 0,0 1 0,0-1 0,0 0 0,1 1 0,5 8 0,5 3 0,1 0 0,18 13 0,4 4 0,192 207 0,-58-56 0,22 25 0,-119-125 0,-60-68-120,26 27 374,-32-34-504,0 0 0,1-1 0,0 0 1,0 0-1,8 4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12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1720 1306 24323,'-1720'-1305'0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15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23977,'289'2587'0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21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1355 24575,'102'-131'0,"-83"108"0,156-166 0,-131 142 0,104-95 0,-84 82 0,-37 33 0,45-60 0,12-36 0,-56 73 0,14-18 0,-17 31 0,-16 22 0,1 0 0,1 1 0,17-18 0,-17 22 0,1 1 0,0 0 0,0 1 0,17-8 0,73-31 0,-94 45 0,0-1 0,1 1 0,-1 1 0,1 0 0,8 0 0,45 2 0,-26 0 0,-28-1 0,-1 0 0,1-1 0,-1 0 0,1 0 0,-1 0 0,1-1 0,7-3 0,-15 4 0,1 1 0,-1 0 0,1 0 0,-1 0 0,0 0 0,1 0 0,-1 0 0,1 0 0,-1 0 0,1 0 0,-1 0 0,1 0 0,-1 0 0,0 1 0,1-1 0,-1 0 0,1 0 0,-1 0 0,0 0 0,1 1 0,-1-1 0,1 0 0,-1 1 0,0-1 0,1 0 0,-1 0 0,0 1 0,0-1 0,1 1 0,-1-1 0,0 0 0,0 1 0,1-1 0,-1 1 0,0-1 0,0 0 0,0 1 0,0-1 0,0 1 0,1 0 0,2 24 0,-3-15 0,2-5 0,0 1 0,-1-1 0,2 0 0,-1 0 0,0 0 0,1 0 0,0 0 0,0-1 0,1 1 0,4 4 0,-3-3 0,0 1 0,8 12 0,-13-18 0,1 0 0,-1 0 0,1 0 0,-1 0 0,0 0 0,1 0 0,-1 0 0,0 1 0,0-1 0,0 0 0,0 0 0,0 1 0,0-1 0,0-1 0,0 0 0,0 0 0,0 1 0,-1-1 0,1 0 0,0 0 0,0 1 0,0-1 0,-1 0 0,1 0 0,0 0 0,0 1 0,0-1 0,-1 0 0,1 0 0,0 0 0,0 0 0,-1 0 0,1 0 0,0 1 0,0-1 0,-1 0 0,1 0 0,0 0 0,-1 0 0,1 0 0,0 0 0,0 0 0,-1 0 0,1 0 0,0 0 0,-1 0 0,1 0 0,0-1 0,0 1 0,-1 0 0,1 0 0,0 0 0,0 0 0,-1 0 0,1 0 0,0-1 0,0 1 0,-1 0 0,1 0 0,-4-2 0,1-1 0,0 1 0,-1 0 0,1-1 0,0 1 0,0-1 0,0 0 0,1 0 0,-1 0 0,1-1 0,0 1 0,-1 0 0,1-1 0,1 0 0,-1 1 0,1-1 0,-1 0 0,1 0 0,0 0 0,0-4 0,-2-9 0,2-1 0,0 1 0,2-25 0,0 14 0,-1 18 0,1 0 0,2-18 0,-2 24 0,0 1 0,0-1 0,1 1 0,-1 0 0,1-1 0,-1 1 0,1 0 0,0 0 0,0 0 0,1 0 0,3-3 0,29-32-1365,-27 30-5461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25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24575,'6'22'0,"0"2"0,3 38 0,-5-31 0,13 79 0,10 75 0,24 290 0,-49-460 0,-1-4 0,0-1 0,1 0 0,3 13 0,-4-21 0,-1 0 0,1 0 0,0 0 0,0 0 0,0 0 0,0 0 0,0 0 0,1 0 0,-1 0 0,0-1 0,1 1 0,-1-1 0,1 1 0,0-1 0,-1 0 0,1 1 0,0-1 0,0 0 0,0 0 0,0 0 0,2 1 0,3-1 0,0 0 0,0-1 0,0 1 0,0-1 0,0-1 0,8 0 0,-8 0 0,128-13 0,-10 4 0,697-49-5190,-38 5 4655,-758 53 537,1031-83-997,-646 62 3070,-229 15 1871,87-22-3483,83-20-229,-303 42-234,191-14 0,237 20 0,-217 2 0,714-1 0,-965 0-455,0 0 0,16-4 0,-15 2-6371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3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24575,'2'0'0,"2"0"0,7 0 0,6 0 0,1 0 0,3 0 0,5 0 0,6 0 0,2 0 0,6 0 0,12 0 0,42-1 0,6-2-8191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24575,'2'0'0,"3"0"0,3 0 0,8 0 0,6-4 0,25-5 0,5-1-8191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24575,'4'0'0,"3"0"0,3 0 0,3 0 0,1 0 0,5 0 0,4 0 0,21-4 0,2-1-8191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 24575,'4'0'0,"3"0"0,6 0 0,7 0 0,12 0 0,3 0 0,8 0 0,27-4 0,2-2-8191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 24575,'5'0'0,"7"0"0,7 0 0,6 0 0,14-8 0,1-2-8191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24575,'4'0'0,"3"0"0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4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41 24575,'0'-4'0,"0"-12"0,0-5-8191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5:45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148 504 24575,'0'-2'0,"-2"-4"0,-1-4 0,-3-5 0,-4-9 0,-3-9 0,-3-16 0,-4-20 0,-1-13 0,-8-27 0,2 5-8191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28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24575,'4'8'0,"0"0"0,-1 0 0,0 1 0,-1-1 0,1 1 0,-2-1 0,1 1 0,0 10 0,-1-6 0,34 277 0,-22-199 0,25 162 0,-27-191 0,-2-10 0,18 63 0,-21-100 96,-5-15-101,-1 0-1,0 0 1,0 0 0,0 0 0,0 0 0,0 0 0,0 0 0,0 0 0,0 0 0,0 0 0,0 0 0,0 0-1,0 0 1,0 0 0,0 0 0,1 0 0,-1 0 0,0 0 0,0 0 0,0 0 0,0 0 0,0 0-1,0 0 1,0 0 0,0 0 0,0 0 0,0 0 0,0 0 0,0 0 0,1 0 0,-1 0 0,0 0-1,0 0 1,0 0 0,0 0 0,0 0 0,0 0 0,0 0 0,0 0 0,0 0 0,0 0 0,0 0-1,0 0 1,0 0 0,3-8-1226,0-14-5595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29.2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24575,'97'-1'0,"108"2"0,-191 0 0,1 1 0,-1 0 0,24 7 0,-32-7 0,0 0 0,0 0 0,-1 1 0,1-1 0,-1 2 0,1-1 0,-1 0 0,0 1 0,-1 0 0,1 0 0,4 6 0,-5-6 0,0 1 0,-1 0 0,0 0 0,0 0 0,0 0 0,-1 0 0,0 1 0,0-1 0,0 1 0,0 0 0,1 9 0,-3-8 0,0 0 0,0-1 0,-1 1 0,1 0 0,-1-1 0,-1 1 0,1-1 0,-1 1 0,-5 11 0,3-8 0,-1 0 0,0 0 0,0-1 0,-1 0 0,0 0 0,0 0 0,-1-1 0,-1 0 0,1 0 0,-1-1 0,-15 11 0,10-8 0,7-6 0,0 0 0,0 0 0,0 0 0,-11 4 0,-13 3 0,17-5 0,-1-2 0,1 1 0,-1-2 0,0 0 0,-17 2 0,-66-5-88,65 0-1189,16 0-5549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30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524 1 24575,'-44'0'0,"-56"1"0,91 0 0,-1 1 0,1 0 0,0 1 0,-1 0 0,-10 5 0,-44 24 0,54-26 0,-7 4 0,0 1 0,1 1 0,0 0 0,1 1 0,0 1 0,-20 25 0,20-21 0,1 2 0,1 0 0,1 1 0,0 0 0,-9 26 0,17-36 0,0 0 0,0 0 0,2 0 0,-1 1 0,0 13 0,3-20 0,-1-1 0,1 1 0,1-1 0,-1 1 0,1-1 0,0 1 0,0-1 0,0 1 0,0-1 0,1 0 0,0 0 0,0 0 0,0 0 0,0 0 0,1 0 0,3 4 0,11 9 0,1-1 0,0 0 0,26 16 0,-11-8 0,-6-3 0,1-1 0,1-2 0,45 23 0,-73-41 0,68 27 0,-61-24 0,2 0 0,-1-1 0,0-1 0,0 1 0,18-1 0,-24-1 0,-1 0 0,1-1 0,-1 1 0,1-1 0,-1 0 0,0 0 0,1 0 0,-1 0 0,0 0 0,1-1 0,-1 1 0,0-1 0,0 1 0,0-1 0,0 0 0,2-2 0,3-4 0,-1-1 0,9-15 0,-11 17 0,46-80 0,71-113 0,-118 194 0,1 2 0,-1-1 0,0 0 0,-1 1 0,1-1 0,-1 0 0,2-8 0,-3 13 0,-1 0 0,0-1 0,0 1 0,0-1 0,0 1 0,0 0 0,0-1 0,0 1 0,0-1 0,0 1 0,0-1 0,0 1 0,0 0 0,0-1 0,0 1 0,-1-1 0,1 1 0,0 0 0,0-1 0,0 1 0,-1 0 0,1-1 0,0 1 0,0 0 0,-1-1 0,1 1 0,0 0 0,-1-1 0,1 1 0,0 0 0,-1 0 0,1-1 0,0 1 0,-1 0 0,1 0 0,0 0 0,-1 0 0,-18-2 0,16 3 0,-85 3 0,-48 2 0,140-6 0,1 1 0,-1-1 0,0 1 0,0 0 0,0 0 0,0 1 0,0-1 0,5 3 0,3 3 0,17 12 0,-5-2 0,-1 2 0,-1 1 0,-1 0 0,-1 2 0,25 33 0,-24-26 0,-1 2 0,-2 1 0,-1 0 0,13 36 0,-13-28 0,-8-18 0,0 0 0,-1 0 0,5 25 0,-11-22 120,-2-18-321,-1-17-1083,1-7-5542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31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95 856 24575,'0'0'0,"-1"0"0,1-1 0,-1 1 0,1 0 0,0-1 0,-1 1 0,1 0 0,0-1 0,-1 1 0,1 0 0,0-1 0,-1 1 0,1-1 0,0 1 0,0 0 0,0-1 0,-1 1 0,1-1 0,0 1 0,0-1 0,0 0 0,-1-2 0,-13-36 0,2 0 0,-13-80 0,3-86 0,8-180 0,14 380 0,0-1 0,1 1 0,0 0 0,0-1 0,0 1 0,3-7 0,-3 11 0,-1 0 0,0 0 0,1 0 0,-1 1 0,1-1 0,-1 0 0,1 0 0,0 1 0,-1-1 0,1 0 0,0 1 0,-1-1 0,1 1 0,0-1 0,0 1 0,-1-1 0,1 1 0,1-1 0,0 1 0,-1 0 0,0 0 0,0 0 0,1 0 0,-1 0 0,0 1 0,0-1 0,1 0 0,-1 0 0,0 1 0,0-1 0,0 1 0,1-1 0,-1 1 0,0 0 0,0-1 0,1 2 0,11 9 0,-2-1 0,1 1 0,-1 1 0,-1 0 0,15 22 0,-12-16 0,198 299 0,184 294-838,-390-604 838,13 23 0,-22-35-1226,-5-8-4901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32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24575,'2'0'0,"4"0"0,8 0 0,7-4 0,5-1 0,3 0 0,2 1 0,-2 0 0,-2-1 0,-4 2 0,-2 1 0,-2 0 0,-3 2 0,-5-1 0,-20 1 0,-7 1-8191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35.5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2310 756 24575,'-33'-1'0,"12"1"0,1 0 0,-1 0 0,1 2 0,-27 6 0,-62 17 0,70-17 0,19-3 0,-36 4 0,-210-6 0,144-4 0,46 6 0,6 1 0,5-7 0,26 1 0,-57 5 0,-86 14 0,0 0 0,-46-3 0,1-16 0,133 0 0,88 0 0,1-1 0,-1 1 0,1-1 0,0 1 0,-1-2 0,1 1 0,-8-3 0,10 2 0,-1 0 0,1 0 0,0 0 0,0 0 0,0 0 0,0-1 0,0 0 0,1 1 0,-1-1 0,1 0 0,-4-5 0,0-3 0,-1 0 0,1-1 0,1 0 0,0 0 0,-5-21 0,-8-67 0,1 6 0,-70-317 0,76 359 49,6 33-520,1 1-1,-2-23 1,6 27-6355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39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1445 24575,'6'3'0,"0"-1"0,0 1 0,0-1 0,0 0 0,0-1 0,1 1 0,-1-1 0,12 0 0,-8 0 0,274 5 0,-197-7 0,19 1 0,287-9 0,-296-1 0,51-3 0,173 11 0,134-9 0,276-13 0,-395 24 0,-295-2 0,46-7 0,23-2 0,43-1 0,60-1 0,-179 14 0,0-3 0,60-10 0,3-13 0,-3 1 0,116-23 0,-184 44 0,-1 0 0,0 2 0,36 3 0,39-3 0,-96 1 0,0-1 0,-1 1 0,1-1 0,0 0 0,-1 0 0,1-1 0,4-1 0,-6 2 0,-1 0 0,0 0 0,1 0 0,-1 0 0,0 0 0,0 0 0,0 0 0,1-1 0,-1 1 0,0 0 0,-1-1 0,1 1 0,0-1 0,0 1 0,-1-1 0,1 1 0,0-1 0,-1 1 0,1-4 0,1-21 0,-1 0 0,-2-30 0,0 17 0,-2-497 0,3 377 0,-11 23 0,-1 4 0,12 132 0,0-5 0,0 0 0,-1 1 0,1-1 0,-1 0 0,0 0 0,-1-5 0,1 9 0,0-1 0,0 1 0,1-1 0,-1 1 0,0-1 0,-1 1 0,1-1 0,0 1 0,0 0 0,-1 0 0,1 0 0,0 0 0,-1 0 0,1 0 0,-1 0 0,1 0 0,-1 0 0,0 1 0,1-1 0,-1 0 0,-2 1 0,-17-5 0,0 2 0,-24-2 0,-504-7 0,338 18 0,-65 1 0,128-6 0,24 3 0,-63 7 0,-62 7 0,-764 37-1971,795-48 1577,99 5 300,30-3 582,-259 31 1483,88-5-1971,237-31 0,-14 1 0,-35 11 0,56-12 0,0 0 0,-1-2 0,-20 2 0,-49-4 0,-7 0 0,19 10 0,47-9 0,-1 2 0,1 1 0,-37 10 0,41-9 0,-7 1 0,28-5 0,0 0 0,0-1 0,0 1 0,0 0 0,0 0 0,0 1 0,1-1 0,-1 0 0,0 0 0,1 1 0,-3 2 0,1 0 0,1 0 0,0 0 0,0 0 0,0 1 0,0-1 0,1 0 0,-1 1 0,0 6 0,-1 5 0,1 19 0,1-26 0,0 92 0,18 167 0,-7 82 0,-10-279 0,-1-68 0,2 0 0,-1 0 0,0-1 0,0 1 0,1 0 0,0 0 0,-1-1 0,1 1 0,0-1 0,0 1 0,1 0 0,1 2 0,0-1 0,-1-1 0,2 0 0,-1 0 0,0 0 0,0 0 0,1 0 0,4 2 0,2 1 0,-1 1 0,1 1 0,-1-1 0,-1 2 0,1-1 0,-1 1 0,-1 0 0,0 1 0,0 0 0,-1 0 0,0 0 0,-1 1 0,0 0 0,0 0 0,3 16 0,-2-2-341,1-1 0,1-1-1,16 35 1,-17-45-6485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24575,'0'4'0,"0"7"0,0 8 0,0 6 0,0 11 0,4 9 0,1 3 0,0 1 0,-1 2 0,-1-6 0,-2-6 0,0-9 0,0-4 0,3-6 0,1-3 0,0-1 0,-1-4-8191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1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34 24575,'16'-8'0,"34"-9"0,-41 15 0,0 0 0,0 0 0,1 1 0,-1 0 0,0 0 0,13 2 0,-16-1 0,-1 1 0,1 0 0,-1 1 0,1-1 0,-1 1 0,0 0 0,1 0 0,-1 1 0,0 0 0,-1 0 0,9 6 0,30 24 0,16 12 0,-51-37 0,1 0 0,-1 1 0,0-1 0,7 13 0,-12-16 0,0 0 0,-1 0 0,1 1 0,-1-1 0,-1 1 0,1-1 0,-1 1 0,0 0 0,1 9 0,-2-6 0,0 0 0,0-1 0,-1 1 0,0 0 0,-4 14 0,4-20 0,0-1 0,0 1 0,-1 0 0,1 0 0,-1 0 0,1-1 0,-1 1 0,0-1 0,0 1 0,0-1 0,0 0 0,-1 1 0,1-1 0,0-1 0,-1 1 0,0 0 0,1 0 0,-1-1 0,0 0 0,0 1 0,0-1 0,0 0 0,0-1 0,-3 2 0,-8 0 0,0 0 0,0-1 0,0-1 0,-15-1 0,16 0 0,-9 0 0,-27-7 0,-12 0 0,54 9 0,7 5 0,11 8 0,-9-11 0,27 28 0,52 44 0,-21-23 0,28 35 76,29 26-1517,-97-95-5385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2.1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24575,'0'2'0,"0"7"0,4 7 0,1 7 0,0 11 0,1 10 0,0 4 0,-2 4 0,-1 5 0,-1-5 0,-1-5 0,-1-8 0,0-9 0,0-23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2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24575,'0'-2'0,"6"0"0,8-1 0,17-3 0,13-5 0,7 0 0,5-2 0,-1 1 0,-5 2 0,-6 2 0,-11 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3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24575,'2'0'0,"3"0"0,2 0 0,4 0 0,2 0 0,3 0 0,0 0 0,0 0 0,1 0 0,0 0 0,0 0 0,0 0 0,0 0 0,-2 0-8191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3.6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78 24575,'4'0'0,"5"0"0,7 0 0,7 0 0,5-4 0,6-1 0,2-4 0,6 0 0,3-1 0,0 2 0,-2-2 0,-4 0 0,-7 3 0,-8 2-8191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4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24575,'0'3'0,"4"10"0,1 13 0,0 4 0,-1 7 0,-1 11 0,-1 18 0,-1 8 0,-1 0 0,0-4 0,0-12 0,2-14 0,0-10 0,1-10 0,-1-4 0,-1-8 0,0-23 0,-1-11-8191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4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59 24575,'2'0'0,"6"0"0,12-4 0,11-1 0,5-4 0,3 0 0,0 1 0,2 2 0,-6 0 0,-8 1 0,-5 2 0,-4 1 0,-2 0 0,-4 6 0,0 1 0,-2 0-8191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5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24575,'0'4'0,"2"1"0,2 0 0,4-1 0,3-1 0,2-2 0,3 0 0,0 0 0,2-1 0,0-1 0,-2 1 0,1 0 0,-1 0 0,1 0 0,0 0 0,-4 0-8191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0 24575,'-33'581'0,"24"-502"0,9-76 0,0-1 0,0 1 0,0-1 0,0 1 0,0-1 0,1 1 0,-1-1 0,1 1 0,0-1 0,-1 0 0,3 3 0,-3-3 0,1-1 0,0 0 0,1 1 0,-1-1 0,0 0 0,0 0 0,0 0 0,1 0 0,-1 0 0,1 0 0,-1 0 0,1 0 0,-1-1 0,1 1 0,-1-1 0,1 1 0,2 0 0,12 1 0,0 0 0,1-1 0,-1-1 0,28-3 0,-14 1 0,158-3-1365,-172 5-5461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7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190 739 24575,'-14'-11'0,"2"0"0,0-1 0,0-1 0,-11-15 0,5 2 0,-20-36 0,28 42 0,0-1 0,2 0 0,0 0 0,-8-38 0,13 44 0,0-1 0,2 0 0,0 0 0,0 0 0,1 0 0,1 0 0,5-23 0,-2 25 0,0 0 0,1 0 0,1 0 0,0 1 0,1-1 0,1 2 0,0-1 0,12-14 0,2 2 0,0 0 0,41-32 0,-56 51 0,0 0 0,0 0 0,1 1 0,13-7 0,-18 11 0,-1 0 0,1 0 0,0 0 0,-1 0 0,1 1 0,0-1 0,0 1 0,-1 0 0,1 0 0,0 0 0,0 0 0,-1 0 0,1 1 0,0-1 0,0 1 0,-1-1 0,1 1 0,-1 0 0,6 3 0,3 4 0,0 0 0,0 1 0,-1 1 0,0-1 0,17 23 0,-13-16 0,17 23 0,-1 2 0,-2 1 0,-2 0 0,-2 2 0,23 59 0,-40-86 0,-1 0 0,0 0 0,-2 1 0,0-1 0,-1 1 0,0 0 0,-2 0 0,0 0 0,-1 0 0,-1 0 0,-1 0 0,-4 20 0,3-22 0,-2-1 0,1 1 0,-2-1 0,-11 21 0,12-26 0,-1 0 0,-1-1 0,0 0 0,0 0 0,0 0 0,-1-1 0,-11 8 0,10-8 0,0-2 0,-1 1 0,0-1 0,0-1 0,-17 8 0,21-11 0,0-1 0,1 1 0,-1-1 0,0 0 0,-1 0 0,1 0 0,0-1 0,0 0 0,0 0 0,0-1 0,0 0 0,-8-2 0,12 3 6,0-1 0,1 1-1,-1-1 1,1 0 0,-1 0-1,1 1 1,0-1 0,-1 0 0,1 0-1,0 0 1,-1-1 0,1 1-1,0 0 1,0 0 0,0-1-1,0 1 1,0-1 0,0 1 0,1-1-1,-2-2 1,1 0-254,-1-1 1,1 0-1,1 0 1,-1 0-1,0-8 1,1-6-6579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15T16:26:49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2 24575,'-37'0'0,"13"-1"0,0 1 0,0 1 0,-36 7 0,56-7 0,0 0 0,0 1 0,1 0 0,-1 0 0,0 0 0,1 0 0,-1 0 0,1 1 0,0 0 0,-1 0 0,1 0 0,1 0 0,-1 0 0,0 0 0,1 1 0,0-1 0,-4 8 0,2-2 0,0 0 0,0 1 0,1 0 0,0 0 0,1 0 0,-2 11 0,3-12 0,1 0 0,0 0 0,0 0 0,1 0 0,0 0 0,1 0 0,3 13 0,1-7 0,0 0 0,0 0 0,12 18 0,-13-25 0,0 0 0,1 0 0,0-1 0,13 12 0,31 22 0,-33-28 0,9 8 0,-19-14 0,0-1 0,0 0 0,1-1 0,0 1 0,0-2 0,0 1 0,14 5 0,-2-4 0,20 4 0,-33-8 0,-1-2 0,1 1 0,-1-1 0,1 0 0,0 0 0,-1-1 0,9-1 0,1-2 0,-1 0 0,1-1 0,-1-1 0,-1 0 0,1-1 0,21-14 0,-33 18 0,0 1 0,0-1 0,0 0 0,0 0 0,0 0 0,-1 0 0,1 0 0,-1 0 0,0-1 0,0 1 0,0-1 0,2-4 0,-2 2 0,-1 0 0,1 1 0,-1-1 0,0 0 0,-1 0 0,1 0 0,-2-11 0,0 9 0,0-1 0,-1 1 0,0 0 0,0 0 0,0 0 0,-1 0 0,-1 0 0,1 1 0,-1-1 0,-1 1 0,-9-13 0,11 17 0,0 0 0,0 0 0,0 1 0,0-1 0,0 1 0,-1 0 0,1 0 0,-1 0 0,0 0 0,0 1 0,1-1 0,-7 0 0,-2-1 0,0 2 0,-21-2 0,7 2 0,25 1 0,-1-1 0,1 1 0,-1 0 0,0-1 0,1 1 0,-1-1 0,1 1 0,0-1 0,-3-2 0,4 3 0,-1 0 0,1 0 0,0 0 0,0 0 0,0 0 0,0 0 0,0 0 0,0 0 0,0 0 0,-1 0 0,1-1 0,0 1 0,0 0 0,0 0 0,0 0 0,0 0 0,0 0 0,0 0 0,0-1 0,0 1 0,0 0 0,0 0 0,0 0 0,0 0 0,0 0 0,0 0 0,0-1 0,0 1 0,0 0 0,0 0 0,0 0 0,0 0 0,0 0 0,0-1 0,0 1 0,0 0 0,0 0 0,11-4 0,2 3 0,0 0 0,0 1 0,0 1 0,0 0 0,0 0 0,0 2 0,0-1 0,22 9 0,-12-2 0,-1 1 0,0 0 0,37 26 0,-56-34 0,0 0 0,-1 0 0,1 0 0,-1 0 0,0 1 0,1-1 0,-1 1 0,0-1 0,0 1 0,-1 0 0,3 4 0,-2-2 0,-1-1 0,1 1 0,-1 0 0,0 0 0,-1 0 0,1 9 0,-2 118 114,-1-52-1593,2-64-5347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10/15/2025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64.xml"/><Relationship Id="rId21" Type="http://schemas.openxmlformats.org/officeDocument/2006/relationships/image" Target="../media/image20.png"/><Relationship Id="rId42" Type="http://schemas.openxmlformats.org/officeDocument/2006/relationships/customXml" Target="../ink/ink24.xml"/><Relationship Id="rId63" Type="http://schemas.openxmlformats.org/officeDocument/2006/relationships/customXml" Target="../ink/ink36.xml"/><Relationship Id="rId84" Type="http://schemas.openxmlformats.org/officeDocument/2006/relationships/customXml" Target="../ink/ink47.xml"/><Relationship Id="rId138" Type="http://schemas.openxmlformats.org/officeDocument/2006/relationships/image" Target="../media/image74.png"/><Relationship Id="rId159" Type="http://schemas.openxmlformats.org/officeDocument/2006/relationships/customXml" Target="../ink/ink86.xml"/><Relationship Id="rId170" Type="http://schemas.openxmlformats.org/officeDocument/2006/relationships/image" Target="../media/image89.png"/><Relationship Id="rId191" Type="http://schemas.openxmlformats.org/officeDocument/2006/relationships/customXml" Target="../ink/ink102.xml"/><Relationship Id="rId107" Type="http://schemas.openxmlformats.org/officeDocument/2006/relationships/customXml" Target="../ink/ink59.xml"/><Relationship Id="rId11" Type="http://schemas.openxmlformats.org/officeDocument/2006/relationships/image" Target="../media/image16.png"/><Relationship Id="rId32" Type="http://schemas.openxmlformats.org/officeDocument/2006/relationships/customXml" Target="../ink/ink17.xml"/><Relationship Id="rId53" Type="http://schemas.openxmlformats.org/officeDocument/2006/relationships/image" Target="../media/image33.png"/><Relationship Id="rId74" Type="http://schemas.openxmlformats.org/officeDocument/2006/relationships/customXml" Target="../ink/ink42.xml"/><Relationship Id="rId128" Type="http://schemas.openxmlformats.org/officeDocument/2006/relationships/image" Target="../media/image69.png"/><Relationship Id="rId149" Type="http://schemas.openxmlformats.org/officeDocument/2006/relationships/customXml" Target="../ink/ink80.xml"/><Relationship Id="rId5" Type="http://schemas.openxmlformats.org/officeDocument/2006/relationships/image" Target="../media/image13.png"/><Relationship Id="rId95" Type="http://schemas.openxmlformats.org/officeDocument/2006/relationships/customXml" Target="../ink/ink53.xml"/><Relationship Id="rId160" Type="http://schemas.openxmlformats.org/officeDocument/2006/relationships/image" Target="../media/image84.png"/><Relationship Id="rId181" Type="http://schemas.openxmlformats.org/officeDocument/2006/relationships/customXml" Target="../ink/ink97.xml"/><Relationship Id="rId22" Type="http://schemas.openxmlformats.org/officeDocument/2006/relationships/customXml" Target="../ink/ink12.xml"/><Relationship Id="rId43" Type="http://schemas.openxmlformats.org/officeDocument/2006/relationships/customXml" Target="../ink/ink25.xml"/><Relationship Id="rId64" Type="http://schemas.openxmlformats.org/officeDocument/2006/relationships/image" Target="../media/image38.png"/><Relationship Id="rId118" Type="http://schemas.openxmlformats.org/officeDocument/2006/relationships/image" Target="../media/image64.png"/><Relationship Id="rId139" Type="http://schemas.openxmlformats.org/officeDocument/2006/relationships/customXml" Target="../ink/ink75.xml"/><Relationship Id="rId85" Type="http://schemas.openxmlformats.org/officeDocument/2006/relationships/image" Target="../media/image48.png"/><Relationship Id="rId150" Type="http://schemas.openxmlformats.org/officeDocument/2006/relationships/image" Target="../media/image80.png"/><Relationship Id="rId171" Type="http://schemas.openxmlformats.org/officeDocument/2006/relationships/customXml" Target="../ink/ink92.xml"/><Relationship Id="rId192" Type="http://schemas.openxmlformats.org/officeDocument/2006/relationships/image" Target="../media/image100.png"/><Relationship Id="rId12" Type="http://schemas.openxmlformats.org/officeDocument/2006/relationships/customXml" Target="../ink/ink7.xml"/><Relationship Id="rId33" Type="http://schemas.openxmlformats.org/officeDocument/2006/relationships/customXml" Target="../ink/ink18.xml"/><Relationship Id="rId108" Type="http://schemas.openxmlformats.org/officeDocument/2006/relationships/image" Target="../media/image59.png"/><Relationship Id="rId129" Type="http://schemas.openxmlformats.org/officeDocument/2006/relationships/customXml" Target="../ink/ink70.xml"/><Relationship Id="rId54" Type="http://schemas.openxmlformats.org/officeDocument/2006/relationships/customXml" Target="../ink/ink31.xml"/><Relationship Id="rId75" Type="http://schemas.openxmlformats.org/officeDocument/2006/relationships/image" Target="../media/image43.png"/><Relationship Id="rId96" Type="http://schemas.openxmlformats.org/officeDocument/2006/relationships/image" Target="../media/image53.png"/><Relationship Id="rId140" Type="http://schemas.openxmlformats.org/officeDocument/2006/relationships/image" Target="../media/image75.png"/><Relationship Id="rId161" Type="http://schemas.openxmlformats.org/officeDocument/2006/relationships/customXml" Target="../ink/ink87.xml"/><Relationship Id="rId182" Type="http://schemas.openxmlformats.org/officeDocument/2006/relationships/image" Target="../media/image95.png"/><Relationship Id="rId6" Type="http://schemas.openxmlformats.org/officeDocument/2006/relationships/customXml" Target="../ink/ink4.xml"/><Relationship Id="rId23" Type="http://schemas.openxmlformats.org/officeDocument/2006/relationships/image" Target="../media/image21.png"/><Relationship Id="rId119" Type="http://schemas.openxmlformats.org/officeDocument/2006/relationships/customXml" Target="../ink/ink65.xml"/><Relationship Id="rId44" Type="http://schemas.openxmlformats.org/officeDocument/2006/relationships/customXml" Target="../ink/ink26.xml"/><Relationship Id="rId65" Type="http://schemas.openxmlformats.org/officeDocument/2006/relationships/customXml" Target="../ink/ink37.xml"/><Relationship Id="rId86" Type="http://schemas.openxmlformats.org/officeDocument/2006/relationships/customXml" Target="../ink/ink48.xml"/><Relationship Id="rId130" Type="http://schemas.openxmlformats.org/officeDocument/2006/relationships/image" Target="../media/image70.png"/><Relationship Id="rId151" Type="http://schemas.openxmlformats.org/officeDocument/2006/relationships/customXml" Target="../ink/ink81.xml"/><Relationship Id="rId172" Type="http://schemas.openxmlformats.org/officeDocument/2006/relationships/image" Target="../media/image90.png"/><Relationship Id="rId193" Type="http://schemas.openxmlformats.org/officeDocument/2006/relationships/customXml" Target="../ink/ink103.xml"/><Relationship Id="rId13" Type="http://schemas.openxmlformats.org/officeDocument/2006/relationships/image" Target="../media/image17.png"/><Relationship Id="rId109" Type="http://schemas.openxmlformats.org/officeDocument/2006/relationships/customXml" Target="../ink/ink60.xml"/><Relationship Id="rId34" Type="http://schemas.openxmlformats.org/officeDocument/2006/relationships/image" Target="../media/image26.png"/><Relationship Id="rId50" Type="http://schemas.openxmlformats.org/officeDocument/2006/relationships/customXml" Target="../ink/ink29.xml"/><Relationship Id="rId55" Type="http://schemas.openxmlformats.org/officeDocument/2006/relationships/image" Target="../media/image34.png"/><Relationship Id="rId76" Type="http://schemas.openxmlformats.org/officeDocument/2006/relationships/customXml" Target="../ink/ink43.xml"/><Relationship Id="rId97" Type="http://schemas.openxmlformats.org/officeDocument/2006/relationships/customXml" Target="../ink/ink54.xml"/><Relationship Id="rId104" Type="http://schemas.openxmlformats.org/officeDocument/2006/relationships/image" Target="../media/image57.png"/><Relationship Id="rId120" Type="http://schemas.openxmlformats.org/officeDocument/2006/relationships/image" Target="../media/image65.png"/><Relationship Id="rId125" Type="http://schemas.openxmlformats.org/officeDocument/2006/relationships/customXml" Target="../ink/ink68.xml"/><Relationship Id="rId141" Type="http://schemas.openxmlformats.org/officeDocument/2006/relationships/customXml" Target="../ink/ink76.xml"/><Relationship Id="rId146" Type="http://schemas.openxmlformats.org/officeDocument/2006/relationships/image" Target="../media/image78.png"/><Relationship Id="rId167" Type="http://schemas.openxmlformats.org/officeDocument/2006/relationships/customXml" Target="../ink/ink90.xml"/><Relationship Id="rId188" Type="http://schemas.openxmlformats.org/officeDocument/2006/relationships/image" Target="../media/image98.png"/><Relationship Id="rId7" Type="http://schemas.openxmlformats.org/officeDocument/2006/relationships/image" Target="../media/image14.png"/><Relationship Id="rId71" Type="http://schemas.openxmlformats.org/officeDocument/2006/relationships/customXml" Target="../ink/ink40.xml"/><Relationship Id="rId92" Type="http://schemas.openxmlformats.org/officeDocument/2006/relationships/image" Target="../media/image51.png"/><Relationship Id="rId162" Type="http://schemas.openxmlformats.org/officeDocument/2006/relationships/image" Target="../media/image85.png"/><Relationship Id="rId183" Type="http://schemas.openxmlformats.org/officeDocument/2006/relationships/customXml" Target="../ink/ink98.xml"/><Relationship Id="rId2" Type="http://schemas.openxmlformats.org/officeDocument/2006/relationships/customXml" Target="../ink/ink2.xml"/><Relationship Id="rId29" Type="http://schemas.openxmlformats.org/officeDocument/2006/relationships/image" Target="../media/image24.png"/><Relationship Id="rId24" Type="http://schemas.openxmlformats.org/officeDocument/2006/relationships/customXml" Target="../ink/ink13.xml"/><Relationship Id="rId40" Type="http://schemas.openxmlformats.org/officeDocument/2006/relationships/customXml" Target="../ink/ink22.xml"/><Relationship Id="rId45" Type="http://schemas.openxmlformats.org/officeDocument/2006/relationships/image" Target="../media/image29.png"/><Relationship Id="rId66" Type="http://schemas.openxmlformats.org/officeDocument/2006/relationships/image" Target="../media/image39.png"/><Relationship Id="rId87" Type="http://schemas.openxmlformats.org/officeDocument/2006/relationships/image" Target="../media/image49.png"/><Relationship Id="rId110" Type="http://schemas.openxmlformats.org/officeDocument/2006/relationships/image" Target="../media/image60.png"/><Relationship Id="rId115" Type="http://schemas.openxmlformats.org/officeDocument/2006/relationships/customXml" Target="../ink/ink63.xml"/><Relationship Id="rId131" Type="http://schemas.openxmlformats.org/officeDocument/2006/relationships/customXml" Target="../ink/ink71.xml"/><Relationship Id="rId136" Type="http://schemas.openxmlformats.org/officeDocument/2006/relationships/image" Target="../media/image73.png"/><Relationship Id="rId157" Type="http://schemas.openxmlformats.org/officeDocument/2006/relationships/customXml" Target="../ink/ink85.xml"/><Relationship Id="rId178" Type="http://schemas.openxmlformats.org/officeDocument/2006/relationships/image" Target="../media/image93.png"/><Relationship Id="rId61" Type="http://schemas.openxmlformats.org/officeDocument/2006/relationships/customXml" Target="../ink/ink35.xml"/><Relationship Id="rId82" Type="http://schemas.openxmlformats.org/officeDocument/2006/relationships/customXml" Target="../ink/ink46.xml"/><Relationship Id="rId152" Type="http://schemas.openxmlformats.org/officeDocument/2006/relationships/image" Target="../media/image81.png"/><Relationship Id="rId173" Type="http://schemas.openxmlformats.org/officeDocument/2006/relationships/customXml" Target="../ink/ink93.xml"/><Relationship Id="rId194" Type="http://schemas.openxmlformats.org/officeDocument/2006/relationships/image" Target="../media/image101.png"/><Relationship Id="rId19" Type="http://schemas.openxmlformats.org/officeDocument/2006/relationships/image" Target="../media/image11.png"/><Relationship Id="rId14" Type="http://schemas.openxmlformats.org/officeDocument/2006/relationships/customXml" Target="../ink/ink8.xml"/><Relationship Id="rId30" Type="http://schemas.openxmlformats.org/officeDocument/2006/relationships/customXml" Target="../ink/ink16.xml"/><Relationship Id="rId35" Type="http://schemas.openxmlformats.org/officeDocument/2006/relationships/customXml" Target="../ink/ink19.xml"/><Relationship Id="rId56" Type="http://schemas.openxmlformats.org/officeDocument/2006/relationships/customXml" Target="../ink/ink32.xml"/><Relationship Id="rId77" Type="http://schemas.openxmlformats.org/officeDocument/2006/relationships/image" Target="../media/image44.png"/><Relationship Id="rId100" Type="http://schemas.openxmlformats.org/officeDocument/2006/relationships/image" Target="../media/image55.png"/><Relationship Id="rId105" Type="http://schemas.openxmlformats.org/officeDocument/2006/relationships/customXml" Target="../ink/ink58.xml"/><Relationship Id="rId126" Type="http://schemas.openxmlformats.org/officeDocument/2006/relationships/image" Target="../media/image68.png"/><Relationship Id="rId147" Type="http://schemas.openxmlformats.org/officeDocument/2006/relationships/customXml" Target="../ink/ink79.xml"/><Relationship Id="rId168" Type="http://schemas.openxmlformats.org/officeDocument/2006/relationships/image" Target="../media/image88.png"/><Relationship Id="rId8" Type="http://schemas.openxmlformats.org/officeDocument/2006/relationships/customXml" Target="../ink/ink5.xml"/><Relationship Id="rId51" Type="http://schemas.openxmlformats.org/officeDocument/2006/relationships/image" Target="../media/image32.png"/><Relationship Id="rId72" Type="http://schemas.openxmlformats.org/officeDocument/2006/relationships/customXml" Target="../ink/ink41.xml"/><Relationship Id="rId93" Type="http://schemas.openxmlformats.org/officeDocument/2006/relationships/customXml" Target="../ink/ink52.xml"/><Relationship Id="rId98" Type="http://schemas.openxmlformats.org/officeDocument/2006/relationships/image" Target="../media/image54.png"/><Relationship Id="rId121" Type="http://schemas.openxmlformats.org/officeDocument/2006/relationships/customXml" Target="../ink/ink66.xml"/><Relationship Id="rId142" Type="http://schemas.openxmlformats.org/officeDocument/2006/relationships/image" Target="../media/image76.png"/><Relationship Id="rId163" Type="http://schemas.openxmlformats.org/officeDocument/2006/relationships/customXml" Target="../ink/ink88.xml"/><Relationship Id="rId184" Type="http://schemas.openxmlformats.org/officeDocument/2006/relationships/image" Target="../media/image96.png"/><Relationship Id="rId189" Type="http://schemas.openxmlformats.org/officeDocument/2006/relationships/customXml" Target="../ink/ink101.xml"/><Relationship Id="rId3" Type="http://schemas.openxmlformats.org/officeDocument/2006/relationships/image" Target="../media/image12.png"/><Relationship Id="rId25" Type="http://schemas.openxmlformats.org/officeDocument/2006/relationships/image" Target="../media/image22.png"/><Relationship Id="rId46" Type="http://schemas.openxmlformats.org/officeDocument/2006/relationships/customXml" Target="../ink/ink27.xml"/><Relationship Id="rId67" Type="http://schemas.openxmlformats.org/officeDocument/2006/relationships/customXml" Target="../ink/ink38.xml"/><Relationship Id="rId116" Type="http://schemas.openxmlformats.org/officeDocument/2006/relationships/image" Target="../media/image63.png"/><Relationship Id="rId137" Type="http://schemas.openxmlformats.org/officeDocument/2006/relationships/customXml" Target="../ink/ink74.xml"/><Relationship Id="rId158" Type="http://schemas.openxmlformats.org/officeDocument/2006/relationships/image" Target="../media/image83.png"/><Relationship Id="rId20" Type="http://schemas.openxmlformats.org/officeDocument/2006/relationships/customXml" Target="../ink/ink11.xml"/><Relationship Id="rId41" Type="http://schemas.openxmlformats.org/officeDocument/2006/relationships/customXml" Target="../ink/ink23.xml"/><Relationship Id="rId62" Type="http://schemas.openxmlformats.org/officeDocument/2006/relationships/image" Target="../media/image37.png"/><Relationship Id="rId83" Type="http://schemas.openxmlformats.org/officeDocument/2006/relationships/image" Target="../media/image47.png"/><Relationship Id="rId88" Type="http://schemas.openxmlformats.org/officeDocument/2006/relationships/customXml" Target="../ink/ink49.xml"/><Relationship Id="rId111" Type="http://schemas.openxmlformats.org/officeDocument/2006/relationships/customXml" Target="../ink/ink61.xml"/><Relationship Id="rId132" Type="http://schemas.openxmlformats.org/officeDocument/2006/relationships/image" Target="../media/image71.png"/><Relationship Id="rId153" Type="http://schemas.openxmlformats.org/officeDocument/2006/relationships/customXml" Target="../ink/ink82.xml"/><Relationship Id="rId174" Type="http://schemas.openxmlformats.org/officeDocument/2006/relationships/image" Target="../media/image91.png"/><Relationship Id="rId179" Type="http://schemas.openxmlformats.org/officeDocument/2006/relationships/customXml" Target="../ink/ink96.xml"/><Relationship Id="rId195" Type="http://schemas.openxmlformats.org/officeDocument/2006/relationships/customXml" Target="../ink/ink104.xml"/><Relationship Id="rId190" Type="http://schemas.openxmlformats.org/officeDocument/2006/relationships/image" Target="../media/image99.png"/><Relationship Id="rId15" Type="http://schemas.openxmlformats.org/officeDocument/2006/relationships/image" Target="../media/image18.png"/><Relationship Id="rId36" Type="http://schemas.openxmlformats.org/officeDocument/2006/relationships/customXml" Target="../ink/ink20.xml"/><Relationship Id="rId57" Type="http://schemas.openxmlformats.org/officeDocument/2006/relationships/image" Target="../media/image35.png"/><Relationship Id="rId106" Type="http://schemas.openxmlformats.org/officeDocument/2006/relationships/image" Target="../media/image58.png"/><Relationship Id="rId127" Type="http://schemas.openxmlformats.org/officeDocument/2006/relationships/customXml" Target="../ink/ink69.xml"/><Relationship Id="rId10" Type="http://schemas.openxmlformats.org/officeDocument/2006/relationships/customXml" Target="../ink/ink6.xml"/><Relationship Id="rId31" Type="http://schemas.openxmlformats.org/officeDocument/2006/relationships/image" Target="../media/image25.png"/><Relationship Id="rId52" Type="http://schemas.openxmlformats.org/officeDocument/2006/relationships/customXml" Target="../ink/ink30.xml"/><Relationship Id="rId73" Type="http://schemas.openxmlformats.org/officeDocument/2006/relationships/image" Target="../media/image42.png"/><Relationship Id="rId78" Type="http://schemas.openxmlformats.org/officeDocument/2006/relationships/customXml" Target="../ink/ink44.xml"/><Relationship Id="rId94" Type="http://schemas.openxmlformats.org/officeDocument/2006/relationships/image" Target="../media/image52.png"/><Relationship Id="rId99" Type="http://schemas.openxmlformats.org/officeDocument/2006/relationships/customXml" Target="../ink/ink55.xml"/><Relationship Id="rId101" Type="http://schemas.openxmlformats.org/officeDocument/2006/relationships/customXml" Target="../ink/ink56.xml"/><Relationship Id="rId122" Type="http://schemas.openxmlformats.org/officeDocument/2006/relationships/image" Target="../media/image66.png"/><Relationship Id="rId143" Type="http://schemas.openxmlformats.org/officeDocument/2006/relationships/customXml" Target="../ink/ink77.xml"/><Relationship Id="rId148" Type="http://schemas.openxmlformats.org/officeDocument/2006/relationships/image" Target="../media/image79.png"/><Relationship Id="rId164" Type="http://schemas.openxmlformats.org/officeDocument/2006/relationships/image" Target="../media/image86.png"/><Relationship Id="rId169" Type="http://schemas.openxmlformats.org/officeDocument/2006/relationships/customXml" Target="../ink/ink91.xml"/><Relationship Id="rId185" Type="http://schemas.openxmlformats.org/officeDocument/2006/relationships/customXml" Target="../ink/ink99.xml"/><Relationship Id="rId4" Type="http://schemas.openxmlformats.org/officeDocument/2006/relationships/customXml" Target="../ink/ink3.xml"/><Relationship Id="rId9" Type="http://schemas.openxmlformats.org/officeDocument/2006/relationships/image" Target="../media/image15.png"/><Relationship Id="rId180" Type="http://schemas.openxmlformats.org/officeDocument/2006/relationships/image" Target="../media/image94.png"/><Relationship Id="rId26" Type="http://schemas.openxmlformats.org/officeDocument/2006/relationships/customXml" Target="../ink/ink14.xml"/><Relationship Id="rId47" Type="http://schemas.openxmlformats.org/officeDocument/2006/relationships/image" Target="../media/image30.png"/><Relationship Id="rId68" Type="http://schemas.openxmlformats.org/officeDocument/2006/relationships/image" Target="../media/image40.png"/><Relationship Id="rId89" Type="http://schemas.openxmlformats.org/officeDocument/2006/relationships/image" Target="../media/image50.png"/><Relationship Id="rId112" Type="http://schemas.openxmlformats.org/officeDocument/2006/relationships/image" Target="../media/image61.png"/><Relationship Id="rId133" Type="http://schemas.openxmlformats.org/officeDocument/2006/relationships/customXml" Target="../ink/ink72.xml"/><Relationship Id="rId154" Type="http://schemas.openxmlformats.org/officeDocument/2006/relationships/image" Target="../media/image82.png"/><Relationship Id="rId175" Type="http://schemas.openxmlformats.org/officeDocument/2006/relationships/customXml" Target="../ink/ink94.xml"/><Relationship Id="rId196" Type="http://schemas.openxmlformats.org/officeDocument/2006/relationships/image" Target="../media/image102.png"/><Relationship Id="rId16" Type="http://schemas.openxmlformats.org/officeDocument/2006/relationships/customXml" Target="../ink/ink9.xml"/><Relationship Id="rId37" Type="http://schemas.openxmlformats.org/officeDocument/2006/relationships/image" Target="../media/image27.png"/><Relationship Id="rId58" Type="http://schemas.openxmlformats.org/officeDocument/2006/relationships/customXml" Target="../ink/ink33.xml"/><Relationship Id="rId79" Type="http://schemas.openxmlformats.org/officeDocument/2006/relationships/image" Target="../media/image45.png"/><Relationship Id="rId102" Type="http://schemas.openxmlformats.org/officeDocument/2006/relationships/image" Target="../media/image56.png"/><Relationship Id="rId123" Type="http://schemas.openxmlformats.org/officeDocument/2006/relationships/customXml" Target="../ink/ink67.xml"/><Relationship Id="rId144" Type="http://schemas.openxmlformats.org/officeDocument/2006/relationships/image" Target="../media/image77.png"/><Relationship Id="rId90" Type="http://schemas.openxmlformats.org/officeDocument/2006/relationships/customXml" Target="../ink/ink50.xml"/><Relationship Id="rId165" Type="http://schemas.openxmlformats.org/officeDocument/2006/relationships/customXml" Target="../ink/ink89.xml"/><Relationship Id="rId186" Type="http://schemas.openxmlformats.org/officeDocument/2006/relationships/image" Target="../media/image97.png"/><Relationship Id="rId27" Type="http://schemas.openxmlformats.org/officeDocument/2006/relationships/image" Target="../media/image23.png"/><Relationship Id="rId48" Type="http://schemas.openxmlformats.org/officeDocument/2006/relationships/customXml" Target="../ink/ink28.xml"/><Relationship Id="rId69" Type="http://schemas.openxmlformats.org/officeDocument/2006/relationships/customXml" Target="../ink/ink39.xml"/><Relationship Id="rId113" Type="http://schemas.openxmlformats.org/officeDocument/2006/relationships/customXml" Target="../ink/ink62.xml"/><Relationship Id="rId134" Type="http://schemas.openxmlformats.org/officeDocument/2006/relationships/image" Target="../media/image72.png"/><Relationship Id="rId80" Type="http://schemas.openxmlformats.org/officeDocument/2006/relationships/customXml" Target="../ink/ink45.xml"/><Relationship Id="rId155" Type="http://schemas.openxmlformats.org/officeDocument/2006/relationships/customXml" Target="../ink/ink83.xml"/><Relationship Id="rId176" Type="http://schemas.openxmlformats.org/officeDocument/2006/relationships/image" Target="../media/image92.png"/><Relationship Id="rId17" Type="http://schemas.openxmlformats.org/officeDocument/2006/relationships/image" Target="../media/image19.png"/><Relationship Id="rId38" Type="http://schemas.openxmlformats.org/officeDocument/2006/relationships/customXml" Target="../ink/ink21.xml"/><Relationship Id="rId59" Type="http://schemas.openxmlformats.org/officeDocument/2006/relationships/customXml" Target="../ink/ink34.xml"/><Relationship Id="rId103" Type="http://schemas.openxmlformats.org/officeDocument/2006/relationships/customXml" Target="../ink/ink57.xml"/><Relationship Id="rId124" Type="http://schemas.openxmlformats.org/officeDocument/2006/relationships/image" Target="../media/image67.png"/><Relationship Id="rId70" Type="http://schemas.openxmlformats.org/officeDocument/2006/relationships/image" Target="../media/image41.png"/><Relationship Id="rId91" Type="http://schemas.openxmlformats.org/officeDocument/2006/relationships/customXml" Target="../ink/ink51.xml"/><Relationship Id="rId145" Type="http://schemas.openxmlformats.org/officeDocument/2006/relationships/customXml" Target="../ink/ink78.xml"/><Relationship Id="rId166" Type="http://schemas.openxmlformats.org/officeDocument/2006/relationships/image" Target="../media/image87.png"/><Relationship Id="rId187" Type="http://schemas.openxmlformats.org/officeDocument/2006/relationships/customXml" Target="../ink/ink100.xml"/><Relationship Id="rId1" Type="http://schemas.openxmlformats.org/officeDocument/2006/relationships/slideLayout" Target="../slideLayouts/slideLayout2.xml"/><Relationship Id="rId28" Type="http://schemas.openxmlformats.org/officeDocument/2006/relationships/customXml" Target="../ink/ink15.xml"/><Relationship Id="rId49" Type="http://schemas.openxmlformats.org/officeDocument/2006/relationships/image" Target="../media/image31.png"/><Relationship Id="rId114" Type="http://schemas.openxmlformats.org/officeDocument/2006/relationships/image" Target="../media/image62.png"/><Relationship Id="rId60" Type="http://schemas.openxmlformats.org/officeDocument/2006/relationships/image" Target="../media/image36.png"/><Relationship Id="rId81" Type="http://schemas.openxmlformats.org/officeDocument/2006/relationships/image" Target="../media/image46.png"/><Relationship Id="rId135" Type="http://schemas.openxmlformats.org/officeDocument/2006/relationships/customXml" Target="../ink/ink73.xml"/><Relationship Id="rId156" Type="http://schemas.openxmlformats.org/officeDocument/2006/relationships/customXml" Target="../ink/ink84.xml"/><Relationship Id="rId177" Type="http://schemas.openxmlformats.org/officeDocument/2006/relationships/customXml" Target="../ink/ink95.xml"/><Relationship Id="rId18" Type="http://schemas.openxmlformats.org/officeDocument/2006/relationships/customXml" Target="../ink/ink10.xml"/><Relationship Id="rId39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7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Samad, Guandong, and Tyler</a:t>
            </a:r>
            <a:br>
              <a:rPr lang="en-US" dirty="0"/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/>
              <a:t>Brain Stimulator Progress Update</a:t>
            </a:r>
          </a:p>
          <a:p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14:cNvPr>
              <p14:cNvContentPartPr/>
              <p14:nvPr/>
            </p14:nvContentPartPr>
            <p14:xfrm>
              <a:off x="11566767" y="1367215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161A87-95F0-1243-3F19-62B7C444C80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58127" y="135821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6923F-2B95-8D5A-8578-DBC0FC0D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/>
              <a:t>Problem Description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FF7AA9-7C16-A939-67C8-DF700FEF7D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Make a device that can generate waveforms of precise frequency and current to stimulate deep parts of the brain using electrodes.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FEA6BC-F3A8-6DDC-F1F8-6348F54E8B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2634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EB587-29DC-E824-8689-36BC048BE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Events from Last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F6BA8-0572-5BBA-D1BD-8EEF0B5F330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Bluetooth connectivity with between </a:t>
            </a:r>
            <a:r>
              <a:rPr lang="en-US" dirty="0" err="1"/>
              <a:t>rpi</a:t>
            </a:r>
            <a:r>
              <a:rPr lang="en-US" dirty="0"/>
              <a:t> and web app</a:t>
            </a:r>
          </a:p>
          <a:p>
            <a:r>
              <a:rPr lang="en-US" dirty="0"/>
              <a:t>App layout and backend</a:t>
            </a:r>
          </a:p>
          <a:p>
            <a:r>
              <a:rPr lang="en-US" dirty="0"/>
              <a:t>Programmable gain amplifier schematic creation</a:t>
            </a:r>
          </a:p>
          <a:p>
            <a:r>
              <a:rPr lang="en-US" dirty="0"/>
              <a:t>Continued battery search</a:t>
            </a:r>
          </a:p>
          <a:p>
            <a:r>
              <a:rPr lang="en-US" dirty="0"/>
              <a:t>Power calculations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E045F-0937-10B0-D71D-D22F80DC65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408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D62C0-8D81-A3C1-03F4-AAC60C42C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Gain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65678-2445-90FB-2F82-EFC8D13069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688505" cy="4479925"/>
          </a:xfrm>
        </p:spPr>
        <p:txBody>
          <a:bodyPr/>
          <a:lstStyle/>
          <a:p>
            <a:r>
              <a:rPr lang="en-US" dirty="0"/>
              <a:t>On output of DDS to buffer up to 5V domain from 1V8 domain. </a:t>
            </a:r>
          </a:p>
          <a:p>
            <a:r>
              <a:rPr lang="en-US" dirty="0"/>
              <a:t>Will this be able to switch on the fly? May need to be constant / amplitude specific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FDB07-29F2-71A7-8A09-716AD21CCE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E34FD8F-2042-7928-E426-C384FAEFABD1}"/>
              </a:ext>
            </a:extLst>
          </p:cNvPr>
          <p:cNvGrpSpPr/>
          <p:nvPr/>
        </p:nvGrpSpPr>
        <p:grpSpPr>
          <a:xfrm>
            <a:off x="1280127" y="3806935"/>
            <a:ext cx="3348360" cy="1683360"/>
            <a:chOff x="1280127" y="3806935"/>
            <a:chExt cx="3348360" cy="168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7F35F4-EB5F-FA06-962F-7ABF5658E0CA}"/>
                    </a:ext>
                  </a:extLst>
                </p14:cNvPr>
                <p14:cNvContentPartPr/>
                <p14:nvPr/>
              </p14:nvContentPartPr>
              <p14:xfrm>
                <a:off x="1280127" y="3823495"/>
                <a:ext cx="80280" cy="166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7F35F4-EB5F-FA06-962F-7ABF5658E0C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71127" y="3814855"/>
                  <a:ext cx="97920" cy="168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AB42E3E-F712-C2C7-B3C8-F8B8C052890E}"/>
                    </a:ext>
                  </a:extLst>
                </p14:cNvPr>
                <p14:cNvContentPartPr/>
                <p14:nvPr/>
              </p14:nvContentPartPr>
              <p14:xfrm>
                <a:off x="1303527" y="3806935"/>
                <a:ext cx="1715400" cy="16732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AB42E3E-F712-C2C7-B3C8-F8B8C05289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94527" y="3798295"/>
                  <a:ext cx="1733040" cy="169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8C6059-8280-A102-00BD-DF05A8603EF1}"/>
                    </a:ext>
                  </a:extLst>
                </p14:cNvPr>
                <p14:cNvContentPartPr/>
                <p14:nvPr/>
              </p14:nvContentPartPr>
              <p14:xfrm>
                <a:off x="1526007" y="4301935"/>
                <a:ext cx="3960" cy="603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8C6059-8280-A102-00BD-DF05A8603E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17367" y="4292935"/>
                  <a:ext cx="21600" cy="62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1F9A06-B968-8A72-A208-6A9DF346BED8}"/>
                    </a:ext>
                  </a:extLst>
                </p14:cNvPr>
                <p14:cNvContentPartPr/>
                <p14:nvPr/>
              </p14:nvContentPartPr>
              <p14:xfrm>
                <a:off x="1517007" y="4247575"/>
                <a:ext cx="296280" cy="69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1F9A06-B968-8A72-A208-6A9DF346BED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8367" y="4238935"/>
                  <a:ext cx="3139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99B1CD-68E5-C63B-1403-D3928C58FB66}"/>
                    </a:ext>
                  </a:extLst>
                </p14:cNvPr>
                <p14:cNvContentPartPr/>
                <p14:nvPr/>
              </p14:nvContentPartPr>
              <p14:xfrm>
                <a:off x="1895367" y="4430815"/>
                <a:ext cx="33480" cy="518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99B1CD-68E5-C63B-1403-D3928C58FB6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886727" y="4421815"/>
                  <a:ext cx="5112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B52C1BF-304A-8CF0-B551-0393092CB3B2}"/>
                    </a:ext>
                  </a:extLst>
                </p14:cNvPr>
                <p14:cNvContentPartPr/>
                <p14:nvPr/>
              </p14:nvContentPartPr>
              <p14:xfrm>
                <a:off x="1906887" y="4408855"/>
                <a:ext cx="288360" cy="56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B52C1BF-304A-8CF0-B551-0393092CB3B2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7887" y="4400215"/>
                  <a:ext cx="30600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43E4FF20-900E-5CE5-5141-C2904F2333A6}"/>
                    </a:ext>
                  </a:extLst>
                </p14:cNvPr>
                <p14:cNvContentPartPr/>
                <p14:nvPr/>
              </p14:nvContentPartPr>
              <p14:xfrm>
                <a:off x="2261127" y="4413895"/>
                <a:ext cx="286920" cy="579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43E4FF20-900E-5CE5-5141-C2904F2333A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252487" y="4404895"/>
                  <a:ext cx="30456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9A8666F-D2D9-12FD-E171-E46753828CFA}"/>
                    </a:ext>
                  </a:extLst>
                </p14:cNvPr>
                <p14:cNvContentPartPr/>
                <p14:nvPr/>
              </p14:nvContentPartPr>
              <p14:xfrm>
                <a:off x="3004887" y="4691095"/>
                <a:ext cx="1623600" cy="18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9A8666F-D2D9-12FD-E171-E46753828CF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96247" y="4682455"/>
                  <a:ext cx="164124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A1B7ED5-6E03-CAD8-7813-49BCCA5F005F}"/>
              </a:ext>
            </a:extLst>
          </p:cNvPr>
          <p:cNvGrpSpPr/>
          <p:nvPr/>
        </p:nvGrpSpPr>
        <p:grpSpPr>
          <a:xfrm>
            <a:off x="4022967" y="3549535"/>
            <a:ext cx="33840" cy="444600"/>
            <a:chOff x="4022967" y="3549535"/>
            <a:chExt cx="33840" cy="44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4C270F0-D19F-11B2-75D1-66833A34E63B}"/>
                    </a:ext>
                  </a:extLst>
                </p14:cNvPr>
                <p14:cNvContentPartPr/>
                <p14:nvPr/>
              </p14:nvContentPartPr>
              <p14:xfrm>
                <a:off x="4056447" y="3549535"/>
                <a:ext cx="360" cy="3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4C270F0-D19F-11B2-75D1-66833A34E63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047447" y="3540535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AE09BAD-15AE-61AB-3341-2DD5157FD48A}"/>
                    </a:ext>
                  </a:extLst>
                </p14:cNvPr>
                <p14:cNvContentPartPr/>
                <p14:nvPr/>
              </p14:nvContentPartPr>
              <p14:xfrm>
                <a:off x="4032327" y="3653575"/>
                <a:ext cx="7920" cy="59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AE09BAD-15AE-61AB-3341-2DD5157FD4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023327" y="3644575"/>
                  <a:ext cx="25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2D43DB0-CC63-CB69-713A-070B622E276E}"/>
                    </a:ext>
                  </a:extLst>
                </p14:cNvPr>
                <p14:cNvContentPartPr/>
                <p14:nvPr/>
              </p14:nvContentPartPr>
              <p14:xfrm>
                <a:off x="4022967" y="3769855"/>
                <a:ext cx="4320" cy="84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2D43DB0-CC63-CB69-713A-070B622E276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14327" y="3760855"/>
                  <a:ext cx="21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FE6B8D-8EAB-A166-318B-39665D953C2A}"/>
                    </a:ext>
                  </a:extLst>
                </p14:cNvPr>
                <p14:cNvContentPartPr/>
                <p14:nvPr/>
              </p14:nvContentPartPr>
              <p14:xfrm>
                <a:off x="4035567" y="3964975"/>
                <a:ext cx="9000" cy="29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FE6B8D-8EAB-A166-318B-39665D953C2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026567" y="3955975"/>
                  <a:ext cx="2664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414DA98-64CE-8841-9A7A-17018DA5485D}"/>
              </a:ext>
            </a:extLst>
          </p:cNvPr>
          <p:cNvGrpSpPr/>
          <p:nvPr/>
        </p:nvGrpSpPr>
        <p:grpSpPr>
          <a:xfrm>
            <a:off x="4068687" y="4168735"/>
            <a:ext cx="37080" cy="364680"/>
            <a:chOff x="4068687" y="4168735"/>
            <a:chExt cx="3708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C85803-37B6-27C0-2081-C377A0BF9D7E}"/>
                    </a:ext>
                  </a:extLst>
                </p14:cNvPr>
                <p14:cNvContentPartPr/>
                <p14:nvPr/>
              </p14:nvContentPartPr>
              <p14:xfrm>
                <a:off x="4068687" y="4168735"/>
                <a:ext cx="360" cy="33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C85803-37B6-27C0-2081-C377A0BF9D7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60047" y="4159735"/>
                  <a:ext cx="1800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17FFE6-023F-DA5E-ADCA-56030801EFB4}"/>
                    </a:ext>
                  </a:extLst>
                </p14:cNvPr>
                <p14:cNvContentPartPr/>
                <p14:nvPr/>
              </p14:nvContentPartPr>
              <p14:xfrm>
                <a:off x="4081287" y="4334695"/>
                <a:ext cx="7920" cy="432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17FFE6-023F-DA5E-ADCA-56030801EFB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072647" y="4326055"/>
                  <a:ext cx="25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C48183A-81C0-2E69-21AF-FE7746C26340}"/>
                    </a:ext>
                  </a:extLst>
                </p14:cNvPr>
                <p14:cNvContentPartPr/>
                <p14:nvPr/>
              </p14:nvContentPartPr>
              <p14:xfrm>
                <a:off x="4093887" y="4492735"/>
                <a:ext cx="11880" cy="40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C48183A-81C0-2E69-21AF-FE7746C2634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085247" y="4483735"/>
                  <a:ext cx="2952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A83D047-029E-6183-700B-A03B3676B2A9}"/>
              </a:ext>
            </a:extLst>
          </p:cNvPr>
          <p:cNvGrpSpPr/>
          <p:nvPr/>
        </p:nvGrpSpPr>
        <p:grpSpPr>
          <a:xfrm>
            <a:off x="4131327" y="4750855"/>
            <a:ext cx="37800" cy="1077480"/>
            <a:chOff x="4131327" y="4750855"/>
            <a:chExt cx="37800" cy="10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7AA09D4-876E-AADE-FA2A-13DFE4022DE4}"/>
                    </a:ext>
                  </a:extLst>
                </p14:cNvPr>
                <p14:cNvContentPartPr/>
                <p14:nvPr/>
              </p14:nvContentPartPr>
              <p14:xfrm>
                <a:off x="4131327" y="4750855"/>
                <a:ext cx="3600" cy="331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7AA09D4-876E-AADE-FA2A-13DFE4022DE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2327" y="4741855"/>
                  <a:ext cx="212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196EB48-B45B-CCAF-105A-81FAEA3362C3}"/>
                    </a:ext>
                  </a:extLst>
                </p14:cNvPr>
                <p14:cNvContentPartPr/>
                <p14:nvPr/>
              </p14:nvContentPartPr>
              <p14:xfrm>
                <a:off x="4135287" y="4891615"/>
                <a:ext cx="9360" cy="38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196EB48-B45B-CCAF-105A-81FAEA3362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126287" y="4882975"/>
                  <a:ext cx="270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35653C6-2904-251B-062F-75C79640FC27}"/>
                    </a:ext>
                  </a:extLst>
                </p14:cNvPr>
                <p14:cNvContentPartPr/>
                <p14:nvPr/>
              </p14:nvContentPartPr>
              <p14:xfrm>
                <a:off x="4164807" y="5058295"/>
                <a:ext cx="360" cy="3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35653C6-2904-251B-062F-75C79640FC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5807" y="5049295"/>
                  <a:ext cx="180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472EAAB-B9CA-C907-02A2-1FD80CD4C959}"/>
                    </a:ext>
                  </a:extLst>
                </p14:cNvPr>
                <p14:cNvContentPartPr/>
                <p14:nvPr/>
              </p14:nvContentPartPr>
              <p14:xfrm>
                <a:off x="4168767" y="5195455"/>
                <a:ext cx="360" cy="147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472EAAB-B9CA-C907-02A2-1FD80CD4C95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59767" y="5186455"/>
                  <a:ext cx="180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2A81A1B-26F1-17B8-510D-35ED2E40E167}"/>
                    </a:ext>
                  </a:extLst>
                </p14:cNvPr>
                <p14:cNvContentPartPr/>
                <p14:nvPr/>
              </p14:nvContentPartPr>
              <p14:xfrm>
                <a:off x="4168767" y="5349175"/>
                <a:ext cx="360" cy="388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2A81A1B-26F1-17B8-510D-35ED2E40E16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9767" y="5340535"/>
                  <a:ext cx="1800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CDC5689-E0B9-BE8D-3C4E-55920EAA4563}"/>
                    </a:ext>
                  </a:extLst>
                </p14:cNvPr>
                <p14:cNvContentPartPr/>
                <p14:nvPr/>
              </p14:nvContentPartPr>
              <p14:xfrm>
                <a:off x="4160487" y="5473735"/>
                <a:ext cx="360" cy="39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CDC5689-E0B9-BE8D-3C4E-55920EAA456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51487" y="5465095"/>
                  <a:ext cx="1800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728151E-85B6-94CA-90EB-2423B76AC045}"/>
                    </a:ext>
                  </a:extLst>
                </p14:cNvPr>
                <p14:cNvContentPartPr/>
                <p14:nvPr/>
              </p14:nvContentPartPr>
              <p14:xfrm>
                <a:off x="4168767" y="5656615"/>
                <a:ext cx="360" cy="4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728151E-85B6-94CA-90EB-2423B76AC0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9767" y="5647975"/>
                  <a:ext cx="1800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35C69B9-6E63-5D6B-0B3E-A6235B6BF845}"/>
                    </a:ext>
                  </a:extLst>
                </p14:cNvPr>
                <p14:cNvContentPartPr/>
                <p14:nvPr/>
              </p14:nvContentPartPr>
              <p14:xfrm>
                <a:off x="4168767" y="5827255"/>
                <a:ext cx="360" cy="1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35C69B9-6E63-5D6B-0B3E-A6235B6BF84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9767" y="5818255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FB0C1C4B-60F3-0F1B-E6DD-33CA7ECEAFC2}"/>
                  </a:ext>
                </a:extLst>
              </p14:cNvPr>
              <p14:cNvContentPartPr/>
              <p14:nvPr/>
            </p14:nvContentPartPr>
            <p14:xfrm>
              <a:off x="4181007" y="5939215"/>
              <a:ext cx="360" cy="349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FB0C1C4B-60F3-0F1B-E6DD-33CA7ECEAFC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172367" y="5930215"/>
                <a:ext cx="1800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E2D6B607-538B-F786-2D17-EAFA85EF4925}"/>
              </a:ext>
            </a:extLst>
          </p:cNvPr>
          <p:cNvGrpSpPr/>
          <p:nvPr/>
        </p:nvGrpSpPr>
        <p:grpSpPr>
          <a:xfrm>
            <a:off x="4222767" y="6155575"/>
            <a:ext cx="900000" cy="46440"/>
            <a:chOff x="4222767" y="6155575"/>
            <a:chExt cx="900000" cy="4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A537AA91-BE98-A039-FA76-C5A663D66326}"/>
                    </a:ext>
                  </a:extLst>
                </p14:cNvPr>
                <p14:cNvContentPartPr/>
                <p14:nvPr/>
              </p14:nvContentPartPr>
              <p14:xfrm>
                <a:off x="4222767" y="6155575"/>
                <a:ext cx="4320" cy="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A537AA91-BE98-A039-FA76-C5A663D663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14127" y="6146575"/>
                  <a:ext cx="219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243F3D6-9401-7BDA-3005-DA1F3AC5784A}"/>
                    </a:ext>
                  </a:extLst>
                </p14:cNvPr>
                <p14:cNvContentPartPr/>
                <p14:nvPr/>
              </p14:nvContentPartPr>
              <p14:xfrm>
                <a:off x="4359927" y="6193015"/>
                <a:ext cx="91800" cy="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243F3D6-9401-7BDA-3005-DA1F3AC5784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350927" y="6184015"/>
                  <a:ext cx="1094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80EC458-BF27-C0C0-3F47-E9A490CAD613}"/>
                    </a:ext>
                  </a:extLst>
                </p14:cNvPr>
                <p14:cNvContentPartPr/>
                <p14:nvPr/>
              </p14:nvContentPartPr>
              <p14:xfrm>
                <a:off x="4638207" y="6200935"/>
                <a:ext cx="1695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80EC458-BF27-C0C0-3F47-E9A490CAD61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629567" y="6192295"/>
                  <a:ext cx="1872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5BCCED-A0B0-A411-4E0B-46CABB6F1AFA}"/>
                    </a:ext>
                  </a:extLst>
                </p14:cNvPr>
                <p14:cNvContentPartPr/>
                <p14:nvPr/>
              </p14:nvContentPartPr>
              <p14:xfrm>
                <a:off x="4995687" y="6194455"/>
                <a:ext cx="127080" cy="6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5BCCED-A0B0-A411-4E0B-46CABB6F1A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987047" y="6185815"/>
                  <a:ext cx="144720" cy="2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F16AA484-44B5-BAFE-5838-D451BF45ACEC}"/>
                  </a:ext>
                </a:extLst>
              </p14:cNvPr>
              <p14:cNvContentPartPr/>
              <p14:nvPr/>
            </p14:nvContentPartPr>
            <p14:xfrm>
              <a:off x="5324007" y="6188695"/>
              <a:ext cx="113760" cy="36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F16AA484-44B5-BAFE-5838-D451BF45ACE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15367" y="6179695"/>
                <a:ext cx="1314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B299FB3-F381-6E80-0494-099D25BC8BF2}"/>
                  </a:ext>
                </a:extLst>
              </p14:cNvPr>
              <p14:cNvContentPartPr/>
              <p14:nvPr/>
            </p14:nvContentPartPr>
            <p14:xfrm>
              <a:off x="5893527" y="6188695"/>
              <a:ext cx="80640" cy="90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B299FB3-F381-6E80-0494-099D25BC8BF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884527" y="6179695"/>
                <a:ext cx="9828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82508CE-5922-3209-E34B-99EF20D371E5}"/>
                  </a:ext>
                </a:extLst>
              </p14:cNvPr>
              <p14:cNvContentPartPr/>
              <p14:nvPr/>
            </p14:nvContentPartPr>
            <p14:xfrm>
              <a:off x="6255327" y="6175375"/>
              <a:ext cx="92880" cy="54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82508CE-5922-3209-E34B-99EF20D371E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46327" y="6166375"/>
                <a:ext cx="11052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FB52184-18C5-B7A8-7589-C280B0896642}"/>
                  </a:ext>
                </a:extLst>
              </p14:cNvPr>
              <p14:cNvContentPartPr/>
              <p14:nvPr/>
            </p14:nvContentPartPr>
            <p14:xfrm>
              <a:off x="6558447" y="6160615"/>
              <a:ext cx="93600" cy="36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FB52184-18C5-B7A8-7589-C280B089664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549447" y="6151615"/>
                <a:ext cx="11124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8E7610EE-D89C-DCDE-BF74-3AF9BB087F63}"/>
                  </a:ext>
                </a:extLst>
              </p14:cNvPr>
              <p14:cNvContentPartPr/>
              <p14:nvPr/>
            </p14:nvContentPartPr>
            <p14:xfrm>
              <a:off x="8304087" y="5467975"/>
              <a:ext cx="360" cy="1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8E7610EE-D89C-DCDE-BF74-3AF9BB087F63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8295087" y="5459335"/>
                <a:ext cx="1800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5E3C3339-1148-50B4-673C-99BC564CABB3}"/>
                  </a:ext>
                </a:extLst>
              </p14:cNvPr>
              <p14:cNvContentPartPr/>
              <p14:nvPr/>
            </p14:nvContentPartPr>
            <p14:xfrm>
              <a:off x="8275287" y="5223535"/>
              <a:ext cx="16920" cy="11736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5E3C3339-1148-50B4-673C-99BC564CABB3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8266647" y="5214895"/>
                <a:ext cx="34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C33B88D-6FAB-BFA9-29BD-77A2D880D942}"/>
                  </a:ext>
                </a:extLst>
              </p14:cNvPr>
              <p14:cNvContentPartPr/>
              <p14:nvPr/>
            </p14:nvContentPartPr>
            <p14:xfrm>
              <a:off x="8238567" y="4945255"/>
              <a:ext cx="7920" cy="88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C33B88D-6FAB-BFA9-29BD-77A2D880D942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8229567" y="4936255"/>
                <a:ext cx="255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28A0C4E7-F392-F6EC-BD3F-6EE89C9CE026}"/>
                  </a:ext>
                </a:extLst>
              </p14:cNvPr>
              <p14:cNvContentPartPr/>
              <p14:nvPr/>
            </p14:nvContentPartPr>
            <p14:xfrm>
              <a:off x="8186367" y="4506415"/>
              <a:ext cx="18360" cy="1155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28A0C4E7-F392-F6EC-BD3F-6EE89C9CE026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8177367" y="4497415"/>
                <a:ext cx="3600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8D2CCECE-A5ED-4A85-A5D4-99E39F0BB7EB}"/>
                  </a:ext>
                </a:extLst>
              </p14:cNvPr>
              <p14:cNvContentPartPr/>
              <p14:nvPr/>
            </p14:nvContentPartPr>
            <p14:xfrm>
              <a:off x="8110047" y="4003855"/>
              <a:ext cx="28440" cy="1486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8D2CCECE-A5ED-4A85-A5D4-99E39F0BB7E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8101047" y="3994855"/>
                <a:ext cx="46080" cy="16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3C910FA-89D1-0CA7-6FB3-EA1DB3D0E132}"/>
                  </a:ext>
                </a:extLst>
              </p14:cNvPr>
              <p14:cNvContentPartPr/>
              <p14:nvPr/>
            </p14:nvContentPartPr>
            <p14:xfrm>
              <a:off x="8091327" y="3683815"/>
              <a:ext cx="13680" cy="738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3C910FA-89D1-0CA7-6FB3-EA1DB3D0E132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8082687" y="3674815"/>
                <a:ext cx="3132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019AF67-62F7-CB00-E38D-22D643CCDF38}"/>
                  </a:ext>
                </a:extLst>
              </p14:cNvPr>
              <p14:cNvContentPartPr/>
              <p14:nvPr/>
            </p14:nvContentPartPr>
            <p14:xfrm>
              <a:off x="8065767" y="3474655"/>
              <a:ext cx="1800" cy="43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019AF67-62F7-CB00-E38D-22D643CCDF3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56767" y="3465655"/>
                <a:ext cx="19440" cy="2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C87C56D7-7AA5-292D-E36C-42D1915FB6D8}"/>
              </a:ext>
            </a:extLst>
          </p:cNvPr>
          <p:cNvGrpSpPr/>
          <p:nvPr/>
        </p:nvGrpSpPr>
        <p:grpSpPr>
          <a:xfrm>
            <a:off x="7784247" y="3383215"/>
            <a:ext cx="250200" cy="16920"/>
            <a:chOff x="7784247" y="3383215"/>
            <a:chExt cx="250200" cy="1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9253B883-B278-DFD8-6DD0-2DCEAB18D4CD}"/>
                    </a:ext>
                  </a:extLst>
                </p14:cNvPr>
                <p14:cNvContentPartPr/>
                <p14:nvPr/>
              </p14:nvContentPartPr>
              <p14:xfrm>
                <a:off x="8016807" y="3396535"/>
                <a:ext cx="17640" cy="3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9253B883-B278-DFD8-6DD0-2DCEAB18D4C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008167" y="3387535"/>
                  <a:ext cx="35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5BC6871-78DB-5E6F-A255-63BBD923DDC5}"/>
                    </a:ext>
                  </a:extLst>
                </p14:cNvPr>
                <p14:cNvContentPartPr/>
                <p14:nvPr/>
              </p14:nvContentPartPr>
              <p14:xfrm>
                <a:off x="7784247" y="3383215"/>
                <a:ext cx="129960" cy="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5BC6871-78DB-5E6F-A255-63BBD923DDC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775247" y="3374575"/>
                  <a:ext cx="1476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97899AE-5B6B-FE78-F6BF-18A036E04B27}"/>
                  </a:ext>
                </a:extLst>
              </p14:cNvPr>
              <p14:cNvContentPartPr/>
              <p14:nvPr/>
            </p14:nvContentPartPr>
            <p14:xfrm>
              <a:off x="7289247" y="3399775"/>
              <a:ext cx="155160" cy="3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97899AE-5B6B-FE78-F6BF-18A036E04B2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280247" y="3390775"/>
                <a:ext cx="1728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20B2DD6B-E5E2-9718-93C3-EF13F4FAB157}"/>
                  </a:ext>
                </a:extLst>
              </p14:cNvPr>
              <p14:cNvContentPartPr/>
              <p14:nvPr/>
            </p14:nvContentPartPr>
            <p14:xfrm>
              <a:off x="6755367" y="3416335"/>
              <a:ext cx="73440" cy="3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20B2DD6B-E5E2-9718-93C3-EF13F4FAB157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746727" y="3407335"/>
                <a:ext cx="91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28186FD4-ADE0-C39A-E614-51690C06AACC}"/>
                  </a:ext>
                </a:extLst>
              </p14:cNvPr>
              <p14:cNvContentPartPr/>
              <p14:nvPr/>
            </p14:nvContentPartPr>
            <p14:xfrm>
              <a:off x="6158487" y="3399775"/>
              <a:ext cx="209160" cy="90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28186FD4-ADE0-C39A-E614-51690C06AAC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49847" y="3390775"/>
                <a:ext cx="2268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D58BC69-E4D9-9005-E6B8-23B739E88822}"/>
                  </a:ext>
                </a:extLst>
              </p14:cNvPr>
              <p14:cNvContentPartPr/>
              <p14:nvPr/>
            </p14:nvContentPartPr>
            <p14:xfrm>
              <a:off x="5774007" y="3412375"/>
              <a:ext cx="132480" cy="3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D58BC69-E4D9-9005-E6B8-23B739E88822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65007" y="3403375"/>
                <a:ext cx="15012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24B74A0-E4BC-F667-5943-4D7C9EBFA2B9}"/>
                  </a:ext>
                </a:extLst>
              </p14:cNvPr>
              <p14:cNvContentPartPr/>
              <p14:nvPr/>
            </p14:nvContentPartPr>
            <p14:xfrm>
              <a:off x="5246607" y="3428935"/>
              <a:ext cx="131760" cy="90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24B74A0-E4BC-F667-5943-4D7C9EBFA2B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237967" y="3419935"/>
                <a:ext cx="149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78917E4-06CD-0A80-5385-0E8EB696DE8C}"/>
                  </a:ext>
                </a:extLst>
              </p14:cNvPr>
              <p14:cNvContentPartPr/>
              <p14:nvPr/>
            </p14:nvContentPartPr>
            <p14:xfrm>
              <a:off x="4807047" y="3445495"/>
              <a:ext cx="56520" cy="828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78917E4-06CD-0A80-5385-0E8EB696DE8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798047" y="3436495"/>
                <a:ext cx="74160" cy="25920"/>
              </a:xfrm>
              <a:prstGeom prst="rect">
                <a:avLst/>
              </a:prstGeom>
            </p:spPr>
          </p:pic>
        </mc:Fallback>
      </mc:AlternateContent>
      <p:grpSp>
        <p:nvGrpSpPr>
          <p:cNvPr id="80" name="Group 79">
            <a:extLst>
              <a:ext uri="{FF2B5EF4-FFF2-40B4-BE49-F238E27FC236}">
                <a16:creationId xmlns:a16="http://schemas.microsoft.com/office/drawing/2014/main" id="{A0E3ED37-F6B7-495C-D986-681CA3FFABC0}"/>
              </a:ext>
            </a:extLst>
          </p:cNvPr>
          <p:cNvGrpSpPr/>
          <p:nvPr/>
        </p:nvGrpSpPr>
        <p:grpSpPr>
          <a:xfrm>
            <a:off x="4255887" y="3516055"/>
            <a:ext cx="195840" cy="22680"/>
            <a:chOff x="4255887" y="3516055"/>
            <a:chExt cx="195840" cy="2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41BDBDB-50C5-087D-7908-F16FD13D860B}"/>
                    </a:ext>
                  </a:extLst>
                </p14:cNvPr>
                <p14:cNvContentPartPr/>
                <p14:nvPr/>
              </p14:nvContentPartPr>
              <p14:xfrm>
                <a:off x="4399887" y="3516055"/>
                <a:ext cx="51840" cy="6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41BDBDB-50C5-087D-7908-F16FD13D860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390887" y="3507055"/>
                  <a:ext cx="694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C6B5A79-222A-2D09-4467-93E3B5020656}"/>
                    </a:ext>
                  </a:extLst>
                </p14:cNvPr>
                <p14:cNvContentPartPr/>
                <p14:nvPr/>
              </p14:nvContentPartPr>
              <p14:xfrm>
                <a:off x="4255887" y="3536935"/>
                <a:ext cx="360" cy="1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C6B5A79-222A-2D09-4467-93E3B502065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246887" y="3527935"/>
                  <a:ext cx="18000" cy="19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5C61B7AC-657D-1F5B-CB95-AF23F1837DA6}"/>
                  </a:ext>
                </a:extLst>
              </p14:cNvPr>
              <p14:cNvContentPartPr/>
              <p14:nvPr/>
            </p14:nvContentPartPr>
            <p14:xfrm>
              <a:off x="7473207" y="4596415"/>
              <a:ext cx="1798560" cy="6300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5C61B7AC-657D-1F5B-CB95-AF23F1837DA6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7464207" y="4587775"/>
                <a:ext cx="1816200" cy="8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7" name="Group 106">
            <a:extLst>
              <a:ext uri="{FF2B5EF4-FFF2-40B4-BE49-F238E27FC236}">
                <a16:creationId xmlns:a16="http://schemas.microsoft.com/office/drawing/2014/main" id="{0DB17863-3651-D8B4-9D75-7C62DAD31AD5}"/>
              </a:ext>
            </a:extLst>
          </p:cNvPr>
          <p:cNvGrpSpPr/>
          <p:nvPr/>
        </p:nvGrpSpPr>
        <p:grpSpPr>
          <a:xfrm>
            <a:off x="9471927" y="4134895"/>
            <a:ext cx="2538000" cy="1175760"/>
            <a:chOff x="9471927" y="4134895"/>
            <a:chExt cx="2538000" cy="11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C084DC2-AD62-AF51-9529-C8320535424E}"/>
                    </a:ext>
                  </a:extLst>
                </p14:cNvPr>
                <p14:cNvContentPartPr/>
                <p14:nvPr/>
              </p14:nvContentPartPr>
              <p14:xfrm>
                <a:off x="9551127" y="4172695"/>
                <a:ext cx="37080" cy="2426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C084DC2-AD62-AF51-9529-C8320535424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9542127" y="4163695"/>
                  <a:ext cx="547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865F018-99C3-C8F9-B576-965435E0CB82}"/>
                    </a:ext>
                  </a:extLst>
                </p14:cNvPr>
                <p14:cNvContentPartPr/>
                <p14:nvPr/>
              </p14:nvContentPartPr>
              <p14:xfrm>
                <a:off x="9471927" y="4168375"/>
                <a:ext cx="180360" cy="13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865F018-99C3-C8F9-B576-965435E0CB82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9463287" y="4159375"/>
                  <a:ext cx="1980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E74BD7D-D2A1-97B5-503E-F04307436F77}"/>
                    </a:ext>
                  </a:extLst>
                </p14:cNvPr>
                <p14:cNvContentPartPr/>
                <p14:nvPr/>
              </p14:nvContentPartPr>
              <p14:xfrm>
                <a:off x="9765327" y="4134895"/>
                <a:ext cx="235080" cy="34164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E74BD7D-D2A1-97B5-503E-F04307436F77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756687" y="4125895"/>
                  <a:ext cx="2527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727DA4E-4BAD-7FE2-AC1E-150AE198DD34}"/>
                    </a:ext>
                  </a:extLst>
                </p14:cNvPr>
                <p14:cNvContentPartPr/>
                <p14:nvPr/>
              </p14:nvContentPartPr>
              <p14:xfrm>
                <a:off x="10415847" y="4138135"/>
                <a:ext cx="234000" cy="3117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727DA4E-4BAD-7FE2-AC1E-150AE198DD3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0407207" y="4129495"/>
                  <a:ext cx="25164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89911D1-C091-A6A2-4140-9328F6F235A9}"/>
                    </a:ext>
                  </a:extLst>
                </p14:cNvPr>
                <p14:cNvContentPartPr/>
                <p14:nvPr/>
              </p14:nvContentPartPr>
              <p14:xfrm>
                <a:off x="10744167" y="4164415"/>
                <a:ext cx="180000" cy="3438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89911D1-C091-A6A2-4140-9328F6F235A9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0735167" y="4155415"/>
                  <a:ext cx="19764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2F0D8D7-B1D6-2AC7-698F-7571438EE6B6}"/>
                    </a:ext>
                  </a:extLst>
                </p14:cNvPr>
                <p14:cNvContentPartPr/>
                <p14:nvPr/>
              </p14:nvContentPartPr>
              <p14:xfrm>
                <a:off x="11126127" y="4222375"/>
                <a:ext cx="30600" cy="304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2F0D8D7-B1D6-2AC7-698F-7571438EE6B6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117487" y="4213735"/>
                  <a:ext cx="4824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5499C36F-BE0D-47CD-E9F6-292F649F2FCF}"/>
                    </a:ext>
                  </a:extLst>
                </p14:cNvPr>
                <p14:cNvContentPartPr/>
                <p14:nvPr/>
              </p14:nvContentPartPr>
              <p14:xfrm>
                <a:off x="11076447" y="4209415"/>
                <a:ext cx="117000" cy="219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5499C36F-BE0D-47CD-E9F6-292F649F2FC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067447" y="4200775"/>
                  <a:ext cx="134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9462444-2209-C187-47B4-6480A33F2ACD}"/>
                    </a:ext>
                  </a:extLst>
                </p14:cNvPr>
                <p14:cNvContentPartPr/>
                <p14:nvPr/>
              </p14:nvContentPartPr>
              <p14:xfrm>
                <a:off x="10078167" y="4700815"/>
                <a:ext cx="34560" cy="363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9462444-2209-C187-47B4-6480A33F2ACD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10069167" y="4692175"/>
                  <a:ext cx="5220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6BB0108-2992-A96D-B796-1895E89D5998}"/>
                    </a:ext>
                  </a:extLst>
                </p14:cNvPr>
                <p14:cNvContentPartPr/>
                <p14:nvPr/>
              </p14:nvContentPartPr>
              <p14:xfrm>
                <a:off x="10095807" y="4659415"/>
                <a:ext cx="267480" cy="5547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6BB0108-2992-A96D-B796-1895E89D5998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10086807" y="4650415"/>
                  <a:ext cx="285120" cy="57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C0FE16B-27A5-6BAE-AFFF-63A690D9BE0F}"/>
                    </a:ext>
                  </a:extLst>
                </p14:cNvPr>
                <p14:cNvContentPartPr/>
                <p14:nvPr/>
              </p14:nvContentPartPr>
              <p14:xfrm>
                <a:off x="10415487" y="4787935"/>
                <a:ext cx="122040" cy="3632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C0FE16B-27A5-6BAE-AFFF-63A690D9BE0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406487" y="4779295"/>
                  <a:ext cx="1396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0467B59-5EDF-00C7-8BD3-ADC83BD48289}"/>
                    </a:ext>
                  </a:extLst>
                </p14:cNvPr>
                <p14:cNvContentPartPr/>
                <p14:nvPr/>
              </p14:nvContentPartPr>
              <p14:xfrm>
                <a:off x="10686567" y="4808815"/>
                <a:ext cx="6840" cy="467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0467B59-5EDF-00C7-8BD3-ADC83BD4828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677567" y="4800175"/>
                  <a:ext cx="24480" cy="48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38BF724-85D4-E420-8460-A4C74DFBF3C0}"/>
                    </a:ext>
                  </a:extLst>
                </p14:cNvPr>
                <p14:cNvContentPartPr/>
                <p14:nvPr/>
              </p14:nvContentPartPr>
              <p14:xfrm>
                <a:off x="10661007" y="4767415"/>
                <a:ext cx="233280" cy="38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38BF724-85D4-E420-8460-A4C74DFBF3C0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652007" y="4758415"/>
                  <a:ext cx="2509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E7AEED6-44CE-22E0-D071-3A3EFD92B2DB}"/>
                    </a:ext>
                  </a:extLst>
                </p14:cNvPr>
                <p14:cNvContentPartPr/>
                <p14:nvPr/>
              </p14:nvContentPartPr>
              <p14:xfrm>
                <a:off x="10793847" y="4976575"/>
                <a:ext cx="119520" cy="151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E7AEED6-44CE-22E0-D071-3A3EFD92B2D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785207" y="4967575"/>
                  <a:ext cx="13716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9FA5042-7922-9212-683B-F25A49B18CB1}"/>
                    </a:ext>
                  </a:extLst>
                </p14:cNvPr>
                <p14:cNvContentPartPr/>
                <p14:nvPr/>
              </p14:nvContentPartPr>
              <p14:xfrm>
                <a:off x="11035047" y="4833655"/>
                <a:ext cx="50040" cy="477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9FA5042-7922-9212-683B-F25A49B18CB1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1026407" y="4824655"/>
                  <a:ext cx="6768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58337F2-A73A-727A-728C-5507936AB5F3}"/>
                    </a:ext>
                  </a:extLst>
                </p14:cNvPr>
                <p14:cNvContentPartPr/>
                <p14:nvPr/>
              </p14:nvContentPartPr>
              <p14:xfrm>
                <a:off x="11047287" y="4723135"/>
                <a:ext cx="210960" cy="11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58337F2-A73A-727A-728C-5507936AB5F3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38647" y="4714135"/>
                  <a:ext cx="2286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BA5D877-4ADE-C0BC-8380-0FB7DC4D6E19}"/>
                    </a:ext>
                  </a:extLst>
                </p14:cNvPr>
                <p14:cNvContentPartPr/>
                <p14:nvPr/>
              </p14:nvContentPartPr>
              <p14:xfrm>
                <a:off x="11113887" y="4951015"/>
                <a:ext cx="150840" cy="198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BA5D877-4ADE-C0BC-8380-0FB7DC4D6E1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11105247" y="4942015"/>
                  <a:ext cx="168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31CBA45-D6D4-EE22-811C-D9EF9672FBF3}"/>
                    </a:ext>
                  </a:extLst>
                </p14:cNvPr>
                <p14:cNvContentPartPr/>
                <p14:nvPr/>
              </p14:nvContentPartPr>
              <p14:xfrm>
                <a:off x="11309367" y="4767415"/>
                <a:ext cx="65160" cy="463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31CBA45-D6D4-EE22-811C-D9EF9672FBF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1300367" y="4758415"/>
                  <a:ext cx="82800" cy="48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58FFF25-DB12-1D3B-2A87-6862A5CF61E8}"/>
                    </a:ext>
                  </a:extLst>
                </p14:cNvPr>
                <p14:cNvContentPartPr/>
                <p14:nvPr/>
              </p14:nvContentPartPr>
              <p14:xfrm>
                <a:off x="11329887" y="4712335"/>
                <a:ext cx="212400" cy="55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58FFF25-DB12-1D3B-2A87-6862A5CF61E8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11321247" y="4703335"/>
                  <a:ext cx="23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F98FAB3-B169-0658-1663-7764C1CAF81D}"/>
                    </a:ext>
                  </a:extLst>
                </p14:cNvPr>
                <p14:cNvContentPartPr/>
                <p14:nvPr/>
              </p14:nvContentPartPr>
              <p14:xfrm>
                <a:off x="11409087" y="4974775"/>
                <a:ext cx="159840" cy="8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F98FAB3-B169-0658-1663-7764C1CAF81D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11400087" y="4965775"/>
                  <a:ext cx="1774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43F5A72-8D71-E9B6-2E12-753D7BB96D62}"/>
                    </a:ext>
                  </a:extLst>
                </p14:cNvPr>
                <p14:cNvContentPartPr/>
                <p14:nvPr/>
              </p14:nvContentPartPr>
              <p14:xfrm>
                <a:off x="11375607" y="5189335"/>
                <a:ext cx="257040" cy="33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43F5A72-8D71-E9B6-2E12-753D7BB96D62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1366967" y="5180335"/>
                  <a:ext cx="274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3FB6C6A-71BF-A01F-8C44-247B2F4951BD}"/>
                    </a:ext>
                  </a:extLst>
                </p14:cNvPr>
                <p14:cNvContentPartPr/>
                <p14:nvPr/>
              </p14:nvContentPartPr>
              <p14:xfrm>
                <a:off x="11645967" y="4609375"/>
                <a:ext cx="85680" cy="602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3FB6C6A-71BF-A01F-8C44-247B2F4951B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11636967" y="4600375"/>
                  <a:ext cx="103320" cy="62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AAD0D17-78DA-FFB4-4F58-E5CDA88D362A}"/>
                    </a:ext>
                  </a:extLst>
                </p14:cNvPr>
                <p14:cNvContentPartPr/>
                <p14:nvPr/>
              </p14:nvContentPartPr>
              <p14:xfrm>
                <a:off x="11608527" y="4559335"/>
                <a:ext cx="401400" cy="6660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AAD0D17-78DA-FFB4-4F58-E5CDA88D362A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1599527" y="4550695"/>
                  <a:ext cx="419040" cy="683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0DB7B7F-A597-AB88-2606-C1751E12F4A2}"/>
                  </a:ext>
                </a:extLst>
              </p14:cNvPr>
              <p14:cNvContentPartPr/>
              <p14:nvPr/>
            </p14:nvContentPartPr>
            <p14:xfrm>
              <a:off x="6907647" y="4226695"/>
              <a:ext cx="619560" cy="470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0DB7B7F-A597-AB88-2606-C1751E12F4A2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6898647" y="4217695"/>
                <a:ext cx="637200" cy="48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629374A0-42D5-C77A-3EFB-6A6F597763DD}"/>
                  </a:ext>
                </a:extLst>
              </p14:cNvPr>
              <p14:cNvContentPartPr/>
              <p14:nvPr/>
            </p14:nvContentPartPr>
            <p14:xfrm>
              <a:off x="6911967" y="4214455"/>
              <a:ext cx="104400" cy="9316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629374A0-42D5-C77A-3EFB-6A6F597763DD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6902967" y="4205455"/>
                <a:ext cx="122040" cy="9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9A8748C-4C91-F5B1-8A6C-1E27FBBA3D53}"/>
                  </a:ext>
                </a:extLst>
              </p14:cNvPr>
              <p14:cNvContentPartPr/>
              <p14:nvPr/>
            </p14:nvContentPartPr>
            <p14:xfrm>
              <a:off x="7019967" y="4649695"/>
              <a:ext cx="495360" cy="4878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9A8748C-4C91-F5B1-8A6C-1E27FBBA3D53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7010967" y="4641055"/>
                <a:ext cx="5130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A6BC59B4-5637-DB61-0325-EE6312718FF2}"/>
                  </a:ext>
                </a:extLst>
              </p14:cNvPr>
              <p14:cNvContentPartPr/>
              <p14:nvPr/>
            </p14:nvContentPartPr>
            <p14:xfrm>
              <a:off x="4633887" y="4704775"/>
              <a:ext cx="2320200" cy="36648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A6BC59B4-5637-DB61-0325-EE6312718FF2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4625247" y="4696135"/>
                <a:ext cx="2337840" cy="38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9" name="Group 118">
            <a:extLst>
              <a:ext uri="{FF2B5EF4-FFF2-40B4-BE49-F238E27FC236}">
                <a16:creationId xmlns:a16="http://schemas.microsoft.com/office/drawing/2014/main" id="{9F4EBDA2-6A20-6E08-AB6B-376DD3A88ADC}"/>
              </a:ext>
            </a:extLst>
          </p:cNvPr>
          <p:cNvGrpSpPr/>
          <p:nvPr/>
        </p:nvGrpSpPr>
        <p:grpSpPr>
          <a:xfrm>
            <a:off x="6924567" y="5651935"/>
            <a:ext cx="1483920" cy="499680"/>
            <a:chOff x="6924567" y="5651935"/>
            <a:chExt cx="148392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F2209DD-8919-EFE4-5E31-365E5FB24139}"/>
                    </a:ext>
                  </a:extLst>
                </p14:cNvPr>
                <p14:cNvContentPartPr/>
                <p14:nvPr/>
              </p14:nvContentPartPr>
              <p14:xfrm>
                <a:off x="6924567" y="6149815"/>
                <a:ext cx="162720" cy="1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F2209DD-8919-EFE4-5E31-365E5FB2413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915567" y="6140815"/>
                  <a:ext cx="18036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C1E742A-157E-425B-E09A-749B7F16E3EC}"/>
                    </a:ext>
                  </a:extLst>
                </p14:cNvPr>
                <p14:cNvContentPartPr/>
                <p14:nvPr/>
              </p14:nvContentPartPr>
              <p14:xfrm>
                <a:off x="7244607" y="6138655"/>
                <a:ext cx="55080" cy="90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C1E742A-157E-425B-E09A-749B7F16E3EC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7235607" y="6130015"/>
                  <a:ext cx="72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35E74BB-AF6F-71BD-5367-6AA766F730E2}"/>
                    </a:ext>
                  </a:extLst>
                </p14:cNvPr>
                <p14:cNvContentPartPr/>
                <p14:nvPr/>
              </p14:nvContentPartPr>
              <p14:xfrm>
                <a:off x="7481127" y="6110575"/>
                <a:ext cx="65160" cy="36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35E74BB-AF6F-71BD-5367-6AA766F730E2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472487" y="6101935"/>
                  <a:ext cx="828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3980AF5-1FE0-8358-2315-EAC20771D157}"/>
                    </a:ext>
                  </a:extLst>
                </p14:cNvPr>
                <p14:cNvContentPartPr/>
                <p14:nvPr/>
              </p14:nvContentPartPr>
              <p14:xfrm>
                <a:off x="7813767" y="6094015"/>
                <a:ext cx="106920" cy="3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3980AF5-1FE0-8358-2315-EAC20771D157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805127" y="6085015"/>
                  <a:ext cx="1245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04C1225-55FF-ED3F-BFCF-DBCB80FB21FE}"/>
                    </a:ext>
                  </a:extLst>
                </p14:cNvPr>
                <p14:cNvContentPartPr/>
                <p14:nvPr/>
              </p14:nvContentPartPr>
              <p14:xfrm>
                <a:off x="8187807" y="6065575"/>
                <a:ext cx="50760" cy="6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04C1225-55FF-ED3F-BFCF-DBCB80FB21F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8179167" y="6056935"/>
                  <a:ext cx="68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CCCD566-9F64-14CB-CD52-0CC7FA2AFD41}"/>
                    </a:ext>
                  </a:extLst>
                </p14:cNvPr>
                <p14:cNvContentPartPr/>
                <p14:nvPr/>
              </p14:nvContentPartPr>
              <p14:xfrm>
                <a:off x="8366367" y="6051535"/>
                <a:ext cx="4320" cy="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CCCD566-9F64-14CB-CD52-0CC7FA2AFD4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57727" y="6042535"/>
                  <a:ext cx="21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EB5067E-3C85-916B-B63D-7B364B35FA59}"/>
                    </a:ext>
                  </a:extLst>
                </p14:cNvPr>
                <p14:cNvContentPartPr/>
                <p14:nvPr/>
              </p14:nvContentPartPr>
              <p14:xfrm>
                <a:off x="8408127" y="6024175"/>
                <a:ext cx="360" cy="15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EB5067E-3C85-916B-B63D-7B364B35FA5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399487" y="6015175"/>
                  <a:ext cx="180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B5729811-66B2-6EB7-0AF0-452E42CBF382}"/>
                    </a:ext>
                  </a:extLst>
                </p14:cNvPr>
                <p14:cNvContentPartPr/>
                <p14:nvPr/>
              </p14:nvContentPartPr>
              <p14:xfrm>
                <a:off x="8330367" y="5658055"/>
                <a:ext cx="53280" cy="181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B5729811-66B2-6EB7-0AF0-452E42CBF38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321727" y="5649415"/>
                  <a:ext cx="70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54F36DB-6558-6C57-929A-CA7AB1609BAC}"/>
                    </a:ext>
                  </a:extLst>
                </p14:cNvPr>
                <p14:cNvContentPartPr/>
                <p14:nvPr/>
              </p14:nvContentPartPr>
              <p14:xfrm>
                <a:off x="7244607" y="5660575"/>
                <a:ext cx="62640" cy="352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54F36DB-6558-6C57-929A-CA7AB1609BA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235607" y="5651935"/>
                  <a:ext cx="802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E82E9556-6095-AED5-E355-E368ED470DEA}"/>
                    </a:ext>
                  </a:extLst>
                </p14:cNvPr>
                <p14:cNvContentPartPr/>
                <p14:nvPr/>
              </p14:nvContentPartPr>
              <p14:xfrm>
                <a:off x="7273407" y="5681095"/>
                <a:ext cx="174600" cy="142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E82E9556-6095-AED5-E355-E368ED470DEA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264767" y="5672455"/>
                  <a:ext cx="1922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9509730-C17E-F8B9-9A51-F2D85FD54479}"/>
                    </a:ext>
                  </a:extLst>
                </p14:cNvPr>
                <p14:cNvContentPartPr/>
                <p14:nvPr/>
              </p14:nvContentPartPr>
              <p14:xfrm>
                <a:off x="7604607" y="5706295"/>
                <a:ext cx="314280" cy="316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9509730-C17E-F8B9-9A51-F2D85FD5447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595607" y="5697655"/>
                  <a:ext cx="33192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B4968C2-D570-00F8-9E0B-F6107F506E78}"/>
                    </a:ext>
                  </a:extLst>
                </p14:cNvPr>
                <p14:cNvContentPartPr/>
                <p14:nvPr/>
              </p14:nvContentPartPr>
              <p14:xfrm>
                <a:off x="7995927" y="5651935"/>
                <a:ext cx="276840" cy="389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B4968C2-D570-00F8-9E0B-F6107F506E7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987287" y="5642935"/>
                  <a:ext cx="29448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AD1832D-3E68-2B1A-59D8-BFE739CF4809}"/>
                    </a:ext>
                  </a:extLst>
                </p14:cNvPr>
                <p14:cNvContentPartPr/>
                <p14:nvPr/>
              </p14:nvContentPartPr>
              <p14:xfrm>
                <a:off x="8067207" y="5826895"/>
                <a:ext cx="99360" cy="12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AD1832D-3E68-2B1A-59D8-BFE739CF480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8058567" y="5817895"/>
                  <a:ext cx="117000" cy="30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DBE4BDBF-ECB2-39FD-1851-A32B61DCBDF6}"/>
              </a:ext>
            </a:extLst>
          </p:cNvPr>
          <p:cNvGrpSpPr/>
          <p:nvPr/>
        </p:nvGrpSpPr>
        <p:grpSpPr>
          <a:xfrm>
            <a:off x="4985967" y="3814855"/>
            <a:ext cx="1992600" cy="799200"/>
            <a:chOff x="4985967" y="3814855"/>
            <a:chExt cx="1992600" cy="79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6ED4D4F-67DB-AA2C-1745-65E2A3507F23}"/>
                    </a:ext>
                  </a:extLst>
                </p14:cNvPr>
                <p14:cNvContentPartPr/>
                <p14:nvPr/>
              </p14:nvContentPartPr>
              <p14:xfrm>
                <a:off x="6146607" y="4295815"/>
                <a:ext cx="831960" cy="3182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6ED4D4F-67DB-AA2C-1745-65E2A3507F23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6137967" y="4286815"/>
                  <a:ext cx="84960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45C1C7E-F8BF-E07E-5F7A-B87B025CFB63}"/>
                    </a:ext>
                  </a:extLst>
                </p14:cNvPr>
                <p14:cNvContentPartPr/>
                <p14:nvPr/>
              </p14:nvContentPartPr>
              <p14:xfrm>
                <a:off x="4985967" y="3814855"/>
                <a:ext cx="1678320" cy="5652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45C1C7E-F8BF-E07E-5F7A-B87B025CFB63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4977327" y="3806215"/>
                  <a:ext cx="1695960" cy="58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D3C6A19-3CE6-27E4-D697-64873A40F3F1}"/>
                    </a:ext>
                  </a:extLst>
                </p14:cNvPr>
                <p14:cNvContentPartPr/>
                <p14:nvPr/>
              </p14:nvContentPartPr>
              <p14:xfrm>
                <a:off x="5074527" y="4014655"/>
                <a:ext cx="15480" cy="177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D3C6A19-3CE6-27E4-D697-64873A40F3F1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065887" y="4006015"/>
                  <a:ext cx="33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F85AC65-2EFF-D36F-B32E-9B8C62D5C81F}"/>
                    </a:ext>
                  </a:extLst>
                </p14:cNvPr>
                <p14:cNvContentPartPr/>
                <p14:nvPr/>
              </p14:nvContentPartPr>
              <p14:xfrm>
                <a:off x="5095407" y="4023655"/>
                <a:ext cx="176760" cy="2628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F85AC65-2EFF-D36F-B32E-9B8C62D5C81F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086767" y="4014655"/>
                  <a:ext cx="194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5FC42AD7-1B21-5BEC-0548-D692B73BDD6D}"/>
                    </a:ext>
                  </a:extLst>
                </p14:cNvPr>
                <p14:cNvContentPartPr/>
                <p14:nvPr/>
              </p14:nvContentPartPr>
              <p14:xfrm>
                <a:off x="5344887" y="4081615"/>
                <a:ext cx="13320" cy="1656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5FC42AD7-1B21-5BEC-0548-D692B73BDD6D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335887" y="4072615"/>
                  <a:ext cx="30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047C641-BFA1-E492-A06C-22C3D0591231}"/>
                    </a:ext>
                  </a:extLst>
                </p14:cNvPr>
                <p14:cNvContentPartPr/>
                <p14:nvPr/>
              </p14:nvContentPartPr>
              <p14:xfrm>
                <a:off x="5353167" y="4050655"/>
                <a:ext cx="138240" cy="30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047C641-BFA1-E492-A06C-22C3D059123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344167" y="4042015"/>
                  <a:ext cx="155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5E308E7-DDD5-CDCF-234E-4219D908D273}"/>
                    </a:ext>
                  </a:extLst>
                </p14:cNvPr>
                <p14:cNvContentPartPr/>
                <p14:nvPr/>
              </p14:nvContentPartPr>
              <p14:xfrm>
                <a:off x="5448927" y="4143535"/>
                <a:ext cx="67320" cy="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5E308E7-DDD5-CDCF-234E-4219D908D273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5439927" y="4134895"/>
                  <a:ext cx="849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FE11A05-C822-4F02-02DE-B92637CE471C}"/>
                    </a:ext>
                  </a:extLst>
                </p14:cNvPr>
                <p14:cNvContentPartPr/>
                <p14:nvPr/>
              </p14:nvContentPartPr>
              <p14:xfrm>
                <a:off x="5370087" y="4265215"/>
                <a:ext cx="151200" cy="28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FE11A05-C822-4F02-02DE-B92637CE471C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5361087" y="4256575"/>
                  <a:ext cx="1688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5A6AA8C0-82FF-985D-0359-2AA5BB4B0E53}"/>
                    </a:ext>
                  </a:extLst>
                </p14:cNvPr>
                <p14:cNvContentPartPr/>
                <p14:nvPr/>
              </p14:nvContentPartPr>
              <p14:xfrm>
                <a:off x="5586087" y="4052455"/>
                <a:ext cx="12960" cy="2286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5A6AA8C0-82FF-985D-0359-2AA5BB4B0E53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5577087" y="4043815"/>
                  <a:ext cx="306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A9BA776-0F35-6C31-FBB6-11821A94B36F}"/>
                    </a:ext>
                  </a:extLst>
                </p14:cNvPr>
                <p14:cNvContentPartPr/>
                <p14:nvPr/>
              </p14:nvContentPartPr>
              <p14:xfrm>
                <a:off x="5544327" y="4014655"/>
                <a:ext cx="132840" cy="21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A9BA776-0F35-6C31-FBB6-11821A94B36F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535687" y="4005655"/>
                  <a:ext cx="1504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6493B4D-D1B1-6626-3739-54262F758144}"/>
                    </a:ext>
                  </a:extLst>
                </p14:cNvPr>
                <p14:cNvContentPartPr/>
                <p14:nvPr/>
              </p14:nvContentPartPr>
              <p14:xfrm>
                <a:off x="5623167" y="4135255"/>
                <a:ext cx="73080" cy="90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6493B4D-D1B1-6626-3739-54262F758144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5614527" y="4126615"/>
                  <a:ext cx="907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536554C-CAEE-882A-9D7E-474E44AB9275}"/>
                    </a:ext>
                  </a:extLst>
                </p14:cNvPr>
                <p14:cNvContentPartPr/>
                <p14:nvPr/>
              </p14:nvContentPartPr>
              <p14:xfrm>
                <a:off x="5853567" y="3973255"/>
                <a:ext cx="135720" cy="257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536554C-CAEE-882A-9D7E-474E44AB9275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5844927" y="3964255"/>
                  <a:ext cx="1533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F40244F-6271-7D80-DABB-60AB2759D5EF}"/>
                    </a:ext>
                  </a:extLst>
                </p14:cNvPr>
                <p14:cNvContentPartPr/>
                <p14:nvPr/>
              </p14:nvContentPartPr>
              <p14:xfrm>
                <a:off x="6024927" y="3940135"/>
                <a:ext cx="218520" cy="3218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F40244F-6271-7D80-DABB-60AB2759D5EF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6015927" y="3931495"/>
                  <a:ext cx="236160" cy="3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41152F0-5F3A-CAF4-3BF0-3E92AA2819EA}"/>
                    </a:ext>
                  </a:extLst>
                </p14:cNvPr>
                <p14:cNvContentPartPr/>
                <p14:nvPr/>
              </p14:nvContentPartPr>
              <p14:xfrm>
                <a:off x="6354327" y="3997735"/>
                <a:ext cx="238680" cy="203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41152F0-5F3A-CAF4-3BF0-3E92AA2819EA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6345687" y="3989095"/>
                  <a:ext cx="256320" cy="221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44679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2659E-4484-151E-4F3C-F01AF907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775D4-2F1D-1A17-3AF1-87FD4C44C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Programmable Gain Amplifier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56D732-E2D8-626B-D0C9-4C043721BA4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688505" cy="4479925"/>
          </a:xfrm>
        </p:spPr>
        <p:txBody>
          <a:bodyPr/>
          <a:lstStyle/>
          <a:p>
            <a:r>
              <a:rPr lang="en-US" dirty="0"/>
              <a:t>On output of DDS to buffer up to 5V domain from 1V8 domain. </a:t>
            </a:r>
          </a:p>
          <a:p>
            <a:r>
              <a:rPr lang="en-US" dirty="0"/>
              <a:t>Will this be able to switch on the fly? May need to be constant / amplitude specific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38414F-EECF-242D-EB2A-B5967A9FFB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EF7816-33B9-27DB-F5D1-7FA13AB7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10" t="22186" r="14389" b="27781"/>
          <a:stretch>
            <a:fillRect/>
          </a:stretch>
        </p:blipFill>
        <p:spPr>
          <a:xfrm>
            <a:off x="1197033" y="3367682"/>
            <a:ext cx="10021072" cy="2713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64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22BC2-F808-E16E-D2D5-A0C03B6B6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PGA Tour (Routing)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202A72-26E8-9817-F6B2-92FA7C84D9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A44E22-FC45-5B8C-8EB4-23983F651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2" y="2876205"/>
            <a:ext cx="9983860" cy="36532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5CDB41E-0D05-2A85-071C-61AAF24A8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60" y="201650"/>
            <a:ext cx="4096105" cy="3227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92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24455-56CA-75DB-D974-355A89D86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481578"/>
            <a:ext cx="10479024" cy="557784"/>
          </a:xfrm>
        </p:spPr>
        <p:txBody>
          <a:bodyPr/>
          <a:lstStyle/>
          <a:p>
            <a:r>
              <a:rPr lang="en-US" dirty="0"/>
              <a:t>Bluetooth Connection to the MCU (Raspberry pi Pico W)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1C30E5D-2BFB-1015-FBCD-1016AA93F5F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237744" y="2217869"/>
            <a:ext cx="3876820" cy="333421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D54B-36CF-41DC-A88C-BB5E0C552C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9C1D11-172B-5CE7-159A-AE031419A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4663" y="2255856"/>
            <a:ext cx="5305229" cy="3334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09D834F-6439-81CD-9426-AB82F37C1215}"/>
              </a:ext>
            </a:extLst>
          </p:cNvPr>
          <p:cNvSpPr txBox="1"/>
          <p:nvPr/>
        </p:nvSpPr>
        <p:spPr>
          <a:xfrm>
            <a:off x="237744" y="1910594"/>
            <a:ext cx="49004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Helpers for generating BLE advertising payloads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D6EF18-5124-EA78-1FA9-31412F3324D4}"/>
              </a:ext>
            </a:extLst>
          </p:cNvPr>
          <p:cNvSpPr txBox="1"/>
          <p:nvPr/>
        </p:nvSpPr>
        <p:spPr>
          <a:xfrm>
            <a:off x="6781943" y="1910092"/>
            <a:ext cx="25737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Creates a simple BLE peripheral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F0C08A6-D98D-917E-4CF0-6E2C6A3733C6}"/>
              </a:ext>
            </a:extLst>
          </p:cNvPr>
          <p:cNvSpPr txBox="1"/>
          <p:nvPr/>
        </p:nvSpPr>
        <p:spPr>
          <a:xfrm>
            <a:off x="5844131" y="6510425"/>
            <a:ext cx="59170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https://electrocredible.com/raspberry-pi-pico-w-bluetooth-ble-micropython/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731356-188C-E027-7DF5-209775113DB5}"/>
              </a:ext>
            </a:extLst>
          </p:cNvPr>
          <p:cNvSpPr txBox="1"/>
          <p:nvPr/>
        </p:nvSpPr>
        <p:spPr>
          <a:xfrm>
            <a:off x="164592" y="1216175"/>
            <a:ext cx="872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Save two </a:t>
            </a:r>
            <a:r>
              <a:rPr lang="en-US" b="1" dirty="0" err="1"/>
              <a:t>MicroPython</a:t>
            </a:r>
            <a:r>
              <a:rPr lang="en-US" b="1" dirty="0"/>
              <a:t> modules in our RPi Pico to communicate via Bluetooth Low Energy</a:t>
            </a:r>
          </a:p>
        </p:txBody>
      </p:sp>
    </p:spTree>
    <p:extLst>
      <p:ext uri="{BB962C8B-B14F-4D97-AF65-F5344CB8AC3E}">
        <p14:creationId xmlns:p14="http://schemas.microsoft.com/office/powerpoint/2010/main" val="41920196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D3279-5ECE-19B2-9505-5DA07CA02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" y="252484"/>
            <a:ext cx="10479024" cy="557784"/>
          </a:xfrm>
        </p:spPr>
        <p:txBody>
          <a:bodyPr/>
          <a:lstStyle/>
          <a:p>
            <a:r>
              <a:rPr lang="en-US" dirty="0"/>
              <a:t>SPI Testing with The Raspberry PI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767D83-2786-DC32-1573-8473AE62BA5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1F249A-B5A5-86CC-C720-76218E9DB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" y="948767"/>
            <a:ext cx="4517706" cy="4050792"/>
          </a:xfrm>
          <a:prstGeom prst="rect">
            <a:avLst/>
          </a:prstGeom>
        </p:spPr>
      </p:pic>
      <p:pic>
        <p:nvPicPr>
          <p:cNvPr id="14" name="Content Placeholder 1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0A6CE92-24E3-F73E-0BFE-1849797A6178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rcRect r="26573"/>
          <a:stretch>
            <a:fillRect/>
          </a:stretch>
        </p:blipFill>
        <p:spPr>
          <a:xfrm>
            <a:off x="6183734" y="766108"/>
            <a:ext cx="5515813" cy="4811427"/>
          </a:xfr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73B6B0-9AE4-B320-0E5B-DE78AB08CFA5}"/>
              </a:ext>
            </a:extLst>
          </p:cNvPr>
          <p:cNvSpPr txBox="1"/>
          <p:nvPr/>
        </p:nvSpPr>
        <p:spPr>
          <a:xfrm>
            <a:off x="295417" y="6016090"/>
            <a:ext cx="44023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Next, we need to test it with DDS directly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81FEFB-1AD7-993B-3DAB-B32FD9B2F743}"/>
              </a:ext>
            </a:extLst>
          </p:cNvPr>
          <p:cNvSpPr txBox="1"/>
          <p:nvPr/>
        </p:nvSpPr>
        <p:spPr>
          <a:xfrm>
            <a:off x="676404" y="4999558"/>
            <a:ext cx="36403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This simulates writing to a function register in the DDS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53A443-D87F-363E-3C1A-B5DFACF268A5}"/>
              </a:ext>
            </a:extLst>
          </p:cNvPr>
          <p:cNvSpPr txBox="1"/>
          <p:nvPr/>
        </p:nvSpPr>
        <p:spPr>
          <a:xfrm>
            <a:off x="7671174" y="5577535"/>
            <a:ext cx="27084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Waveform caught by oscilloscope</a:t>
            </a:r>
          </a:p>
        </p:txBody>
      </p:sp>
    </p:spTree>
    <p:extLst>
      <p:ext uri="{BB962C8B-B14F-4D97-AF65-F5344CB8AC3E}">
        <p14:creationId xmlns:p14="http://schemas.microsoft.com/office/powerpoint/2010/main" val="3201343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AB119-0827-0F05-F370-25FD6C3CD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BEB7-8EA3-3C43-A53D-A5B93A75C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BAF4A-430E-93B3-1CF6-790E933B6BB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Choosing browser based for best portability</a:t>
            </a:r>
          </a:p>
          <a:p>
            <a:r>
              <a:rPr lang="en-US" dirty="0"/>
              <a:t>Using </a:t>
            </a:r>
            <a:r>
              <a:rPr lang="en-US" dirty="0" err="1"/>
              <a:t>webbluetooth</a:t>
            </a:r>
            <a:r>
              <a:rPr lang="en-US" dirty="0"/>
              <a:t> with JS</a:t>
            </a:r>
          </a:p>
          <a:p>
            <a:r>
              <a:rPr lang="en-US" dirty="0"/>
              <a:t>Need room to expand easily to more channels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E13FE-EA4D-8BE9-A86E-14F92820A7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608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0C048-7E81-9819-0A16-41657E4EF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D5BD-34AB-8472-C193-3F6EDABE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204C4-D8F2-9ECA-179F-BDF86660CD9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Enable/disable on outputs</a:t>
            </a:r>
          </a:p>
          <a:p>
            <a:r>
              <a:rPr lang="en-US" dirty="0"/>
              <a:t>Beat frequency calculation</a:t>
            </a:r>
          </a:p>
          <a:p>
            <a:r>
              <a:rPr lang="en-US" dirty="0"/>
              <a:t>Non-volatile programming capable (How to modify code? Constant address?)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94692-6EDA-9314-A827-8908AC65C1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239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4EA5B-9A91-D14B-B3EF-A803C1FF3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142CA-1831-6008-1E1C-357704BF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Continued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42D47-A06F-B58F-5DF1-EFA40045E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45556E4-477A-2595-A470-09D3D00588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3183421" cy="44799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(I &lt;3 CSS)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57390-5645-A6B1-BE3D-17DA9E16B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0388" y="499619"/>
            <a:ext cx="7355086" cy="593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09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3FBE2-500F-E536-2996-C5BB29E4A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 Backend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C724FF-8EE8-9987-4CE6-F78ED26F57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F0B8C3-60D4-3940-9AF4-816406894D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696" y="1728067"/>
            <a:ext cx="5469163" cy="4045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9104E32-ACF4-8961-4186-41C6C8B8E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859" y="118077"/>
            <a:ext cx="64329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50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90BD1-105D-F6BA-2EA3-D9B3277C2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472577"/>
            <a:ext cx="10479024" cy="557784"/>
          </a:xfrm>
        </p:spPr>
        <p:txBody>
          <a:bodyPr/>
          <a:lstStyle/>
          <a:p>
            <a:r>
              <a:rPr lang="en-US" dirty="0"/>
              <a:t>Writes to two channels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9BA01E-A295-356F-4918-76AFB9344FC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28081" r="27613"/>
          <a:stretch>
            <a:fillRect/>
          </a:stretch>
        </p:blipFill>
        <p:spPr>
          <a:xfrm>
            <a:off x="569763" y="1426464"/>
            <a:ext cx="3017519" cy="458411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C4BBF1-9E09-57D2-A47D-19B483BB1D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C885C6-1259-1EDD-CF24-4EB7B48BAA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125" y="1617402"/>
            <a:ext cx="7345075" cy="3623195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587ECF6-6E0E-101F-BE62-D3A0520E1A8D}"/>
              </a:ext>
            </a:extLst>
          </p:cNvPr>
          <p:cNvSpPr/>
          <p:nvPr/>
        </p:nvSpPr>
        <p:spPr>
          <a:xfrm>
            <a:off x="1534454" y="4719633"/>
            <a:ext cx="1088136" cy="2286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E75CD2-F617-D968-3E5E-F534E54CA6D2}"/>
              </a:ext>
            </a:extLst>
          </p:cNvPr>
          <p:cNvSpPr/>
          <p:nvPr/>
        </p:nvSpPr>
        <p:spPr>
          <a:xfrm>
            <a:off x="1534454" y="3843470"/>
            <a:ext cx="1088136" cy="228600"/>
          </a:xfrm>
          <a:prstGeom prst="ellipse">
            <a:avLst/>
          </a:prstGeom>
          <a:noFill/>
          <a:ln>
            <a:solidFill>
              <a:srgbClr val="FF0000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2381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015E8-CED6-EC5D-1E25-10BE8CAC2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456876"/>
            <a:ext cx="10479024" cy="557784"/>
          </a:xfrm>
        </p:spPr>
        <p:txBody>
          <a:bodyPr/>
          <a:lstStyle/>
          <a:p>
            <a:r>
              <a:rPr lang="en-US" dirty="0"/>
              <a:t>RPI Backend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65993F-8B71-A7F5-92D1-26685993027E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166895" y="2363037"/>
            <a:ext cx="5172673" cy="416638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14E81A-3EE8-369E-1622-7C953DA182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0F0C61-2416-AD0A-A243-B3A53826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62" y="1202608"/>
            <a:ext cx="5082506" cy="491739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6DEF7C-40A0-6DBA-3898-38B5FBFBCC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111" y="65190"/>
            <a:ext cx="3704351" cy="210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615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5B3F5-AD24-9523-E1AE-99FA63E74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BB1C-CE7E-7141-33E4-8B55F14E3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 for Battery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A21FF-2EC5-7EBA-C832-FF7C95A8AF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Calculate required amp hours to narrow search</a:t>
            </a:r>
          </a:p>
          <a:p>
            <a:r>
              <a:rPr lang="en-US" dirty="0"/>
              <a:t>Find something with integrated BMS</a:t>
            </a:r>
          </a:p>
          <a:p>
            <a:r>
              <a:rPr lang="en-US" dirty="0"/>
              <a:t>Use dimensions to make housing and board dimensions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35E59D-CE39-C54E-FB67-04781B0463D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7024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2EE2-EEFF-C23B-1E0F-BD0F542A9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pic>
        <p:nvPicPr>
          <p:cNvPr id="6" name="Content Placeholder 5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4907BEB-BC52-D2F7-1119-716AB7BEC0E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202979" y="1299513"/>
            <a:ext cx="9312621" cy="494535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012A9-C0A1-44EF-BD2C-4E37135BD4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195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3C611-5B79-FFE4-35B2-367640840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DC-DC Converter</a:t>
            </a:r>
          </a:p>
        </p:txBody>
      </p:sp>
      <p:pic>
        <p:nvPicPr>
          <p:cNvPr id="6" name="Content Placeholder 5" descr="A computer chip on a grey surface&#10;&#10;AI-generated content may be incorrect.">
            <a:extLst>
              <a:ext uri="{FF2B5EF4-FFF2-40B4-BE49-F238E27FC236}">
                <a16:creationId xmlns:a16="http://schemas.microsoft.com/office/drawing/2014/main" id="{CF13FD14-684D-9534-ADD5-4602E42C32A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1057719" y="1399032"/>
            <a:ext cx="10076561" cy="5199890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147E8-EEEA-FD84-15A1-473A514714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669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E7465-FF12-8771-90E3-D8C845912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78FE5-7D3E-F458-7C2D-01B4074A6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DDS Test 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CE310-BB05-4BAD-9325-E1F6B1F602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For SPI and programming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84B4E-260A-8EAB-98A9-C6E37125EF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240E05DB-CF9E-5B2E-BC88-952063D7E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029" y="2336605"/>
            <a:ext cx="4780422" cy="386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2147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F160B-AF27-B7B9-795A-6950EC477D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so far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F76C4-2D7C-3DF9-F61F-30FCC2A901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076688" cy="4479925"/>
          </a:xfrm>
        </p:spPr>
        <p:txBody>
          <a:bodyPr/>
          <a:lstStyle/>
          <a:p>
            <a:r>
              <a:rPr lang="en-US" dirty="0"/>
              <a:t>Height limit with isolation transformers</a:t>
            </a:r>
          </a:p>
          <a:p>
            <a:r>
              <a:rPr lang="en-US" dirty="0"/>
              <a:t>Amplifier sourcing/creation</a:t>
            </a:r>
          </a:p>
          <a:p>
            <a:r>
              <a:rPr lang="en-US" dirty="0"/>
              <a:t>Web app connection</a:t>
            </a:r>
          </a:p>
          <a:p>
            <a:r>
              <a:rPr lang="en-US" dirty="0"/>
              <a:t>DDS </a:t>
            </a:r>
            <a:r>
              <a:rPr lang="en-US" dirty="0" err="1"/>
              <a:t>Verificaiton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54A4F-408F-2AE8-E17D-8D70EF316CD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417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8EF87-E3BB-A226-DCCF-2D45CE9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Immediate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E9115-94A4-A2F8-8B11-947907F62B4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10479024" cy="4479925"/>
          </a:xfrm>
        </p:spPr>
        <p:txBody>
          <a:bodyPr/>
          <a:lstStyle/>
          <a:p>
            <a:r>
              <a:rPr lang="en-US" dirty="0"/>
              <a:t>Continue schematic and symbol creation</a:t>
            </a:r>
          </a:p>
          <a:p>
            <a:r>
              <a:rPr lang="en-US" dirty="0"/>
              <a:t>Find battery for device</a:t>
            </a:r>
          </a:p>
          <a:p>
            <a:r>
              <a:rPr lang="en-US" dirty="0"/>
              <a:t>Determine board measurements for housing</a:t>
            </a:r>
          </a:p>
          <a:p>
            <a:r>
              <a:rPr lang="en-US" dirty="0"/>
              <a:t>Code pairing and app integration</a:t>
            </a:r>
          </a:p>
          <a:p>
            <a:r>
              <a:rPr lang="en-US" dirty="0"/>
              <a:t>DDS Verification / DDS Breakout Board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5C2303-290B-35FB-A4CD-104764401AD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2171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CC25EE42-B3D5-AD1E-48BE-54CEFF2E3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Questions/Feedback</a:t>
            </a:r>
          </a:p>
        </p:txBody>
      </p:sp>
    </p:spTree>
    <p:extLst>
      <p:ext uri="{BB962C8B-B14F-4D97-AF65-F5344CB8AC3E}">
        <p14:creationId xmlns:p14="http://schemas.microsoft.com/office/powerpoint/2010/main" val="198843706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6683539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5BC7E"/>
      </a:accent1>
      <a:accent2>
        <a:srgbClr val="FFC330"/>
      </a:accent2>
      <a:accent3>
        <a:srgbClr val="BE80FF"/>
      </a:accent3>
      <a:accent4>
        <a:srgbClr val="FF8345"/>
      </a:accent4>
      <a:accent5>
        <a:srgbClr val="FF70BF"/>
      </a:accent5>
      <a:accent6>
        <a:srgbClr val="60A2F5"/>
      </a:accent6>
      <a:hlink>
        <a:srgbClr val="5C4EDC"/>
      </a:hlink>
      <a:folHlink>
        <a:srgbClr val="7FC5FF"/>
      </a:folHlink>
    </a:clrScheme>
    <a:fontScheme name="Custom 32">
      <a:majorFont>
        <a:latin typeface="Aptos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264</TotalTime>
  <Words>371</Words>
  <Application>Microsoft Office PowerPoint</Application>
  <PresentationFormat>Widescreen</PresentationFormat>
  <Paragraphs>78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Aptos Light</vt:lpstr>
      <vt:lpstr>Arial</vt:lpstr>
      <vt:lpstr>Calibri</vt:lpstr>
      <vt:lpstr>Custom</vt:lpstr>
      <vt:lpstr>Samad, Guandong, and Tyler </vt:lpstr>
      <vt:lpstr>Problem Description</vt:lpstr>
      <vt:lpstr>Key Events from Last Week</vt:lpstr>
      <vt:lpstr>Programmable Gain Amplifier</vt:lpstr>
      <vt:lpstr>Programmable Gain Amplifier</vt:lpstr>
      <vt:lpstr>PGA Tour (Routing)</vt:lpstr>
      <vt:lpstr>Bluetooth Connection to the MCU (Raspberry pi Pico W)</vt:lpstr>
      <vt:lpstr>SPI Testing with The Raspberry PI</vt:lpstr>
      <vt:lpstr>Web App</vt:lpstr>
      <vt:lpstr>Web App</vt:lpstr>
      <vt:lpstr>Web App Continued</vt:lpstr>
      <vt:lpstr>Web App Backend</vt:lpstr>
      <vt:lpstr>Writes to two channels</vt:lpstr>
      <vt:lpstr>RPI Backend</vt:lpstr>
      <vt:lpstr>Plans for Battery</vt:lpstr>
      <vt:lpstr>Simulation</vt:lpstr>
      <vt:lpstr>DC-DC Converter</vt:lpstr>
      <vt:lpstr>DDS Test Board</vt:lpstr>
      <vt:lpstr>Challenges so far</vt:lpstr>
      <vt:lpstr>Immediate Plan</vt:lpstr>
      <vt:lpstr>Questions/Feedback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Tyler White</dc:creator>
  <cp:lastModifiedBy>Tyler White</cp:lastModifiedBy>
  <cp:revision>21</cp:revision>
  <dcterms:created xsi:type="dcterms:W3CDTF">2025-09-17T17:10:44Z</dcterms:created>
  <dcterms:modified xsi:type="dcterms:W3CDTF">2025-10-15T18:14:37Z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