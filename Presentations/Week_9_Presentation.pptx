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05" r:id="rId5"/>
    <p:sldId id="306" r:id="rId6"/>
    <p:sldId id="319" r:id="rId7"/>
    <p:sldId id="366" r:id="rId8"/>
    <p:sldId id="355" r:id="rId9"/>
    <p:sldId id="356" r:id="rId10"/>
    <p:sldId id="345" r:id="rId11"/>
    <p:sldId id="361" r:id="rId12"/>
    <p:sldId id="364" r:id="rId13"/>
    <p:sldId id="363" r:id="rId14"/>
    <p:sldId id="358" r:id="rId15"/>
    <p:sldId id="362" r:id="rId16"/>
    <p:sldId id="365" r:id="rId17"/>
    <p:sldId id="331" r:id="rId18"/>
    <p:sldId id="330" r:id="rId19"/>
    <p:sldId id="31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4" autoAdjust="0"/>
    <p:restoredTop sz="94682"/>
  </p:normalViewPr>
  <p:slideViewPr>
    <p:cSldViewPr snapToGrid="0">
      <p:cViewPr varScale="1">
        <p:scale>
          <a:sx n="150" d="100"/>
          <a:sy n="150" d="100"/>
        </p:scale>
        <p:origin x="3312" y="132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7:3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10/29/2025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Samad, Guandong, and Tyler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/>
          <a:p>
            <a:r>
              <a:rPr lang="en-US" dirty="0"/>
              <a:t>Brain Stimulator Progress Update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161A87-95F0-1243-3F19-62B7C444C80A}"/>
                  </a:ext>
                </a:extLst>
              </p14:cNvPr>
              <p14:cNvContentPartPr/>
              <p14:nvPr/>
            </p14:nvContentPartPr>
            <p14:xfrm>
              <a:off x="11566767" y="1367215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161A87-95F0-1243-3F19-62B7C444C8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58127" y="135821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Problem Description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F7AA9-7C16-A939-67C8-DF700FEF7D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Make a device that can generate waveforms of precise frequency and current to stimulate deep parts of the brain using electrodes.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B587-29DC-E824-8689-36BC048BE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Events from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F6BA8-0572-5BBA-D1BD-8EEF0B5F33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Battery came in (And tested?)</a:t>
            </a:r>
          </a:p>
          <a:p>
            <a:r>
              <a:rPr lang="en-US" dirty="0"/>
              <a:t>Lots of boards</a:t>
            </a:r>
          </a:p>
          <a:p>
            <a:r>
              <a:rPr lang="en-US" dirty="0"/>
              <a:t>DDS Verification (</a:t>
            </a:r>
            <a:r>
              <a:rPr lang="en-US" dirty="0">
                <a:sym typeface="Wingdings" panose="05000000000000000000" pitchFamily="2" charset="2"/>
              </a:rPr>
              <a:t>)</a:t>
            </a:r>
          </a:p>
          <a:p>
            <a:r>
              <a:rPr lang="en-US" dirty="0">
                <a:sym typeface="Wingdings" panose="05000000000000000000" pitchFamily="2" charset="2"/>
              </a:rPr>
              <a:t>Change of direction for output generation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E045F-0937-10B0-D71D-D22F80DC6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08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6A8DE-5916-C81A-CB91-AEA9AB2B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Battery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71690-2625-27A6-3364-1CE5431ED24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B9FA3-F1E9-B9F2-7F51-46C3A0801F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479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C611-5B79-FFE4-35B2-367640840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DC-DC Converter</a:t>
            </a:r>
          </a:p>
        </p:txBody>
      </p:sp>
      <p:pic>
        <p:nvPicPr>
          <p:cNvPr id="6" name="Content Placeholder 5" descr="A computer chip on a grey surface&#10;&#10;AI-generated content may be incorrect.">
            <a:extLst>
              <a:ext uri="{FF2B5EF4-FFF2-40B4-BE49-F238E27FC236}">
                <a16:creationId xmlns:a16="http://schemas.microsoft.com/office/drawing/2014/main" id="{CF13FD14-684D-9534-ADD5-4602E42C32A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57719" y="1399032"/>
            <a:ext cx="10076561" cy="519989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147E8-EEEA-FD84-15A1-473A514714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669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902B-18B1-0E6F-AC82-6E7526AB4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385E9-846C-2E2A-9424-FADD935719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Content Placeholder 8" descr="A diagram of a computer&#10;&#10;AI-generated content may be incorrect.">
            <a:extLst>
              <a:ext uri="{FF2B5EF4-FFF2-40B4-BE49-F238E27FC236}">
                <a16:creationId xmlns:a16="http://schemas.microsoft.com/office/drawing/2014/main" id="{969B255B-7C46-2ADC-0936-FB7C101304C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245175" y="243396"/>
            <a:ext cx="6556375" cy="3231132"/>
          </a:xfrm>
        </p:spPr>
      </p:pic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72AEB26-3C0B-E2B5-1B7D-E4C39C9B6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813" y="2559482"/>
            <a:ext cx="7952159" cy="390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50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E7465-FF12-8771-90E3-D8C845912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78FE5-7D3E-F458-7C2D-01B4074A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Revised Breakout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CE310-BB05-4BAD-9325-E1F6B1F602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went wrong?</a:t>
            </a:r>
          </a:p>
          <a:p>
            <a:r>
              <a:rPr lang="en-US" dirty="0"/>
              <a:t>Order of power-up not controlled</a:t>
            </a:r>
          </a:p>
          <a:p>
            <a:r>
              <a:rPr lang="en-US" dirty="0"/>
              <a:t>Crystal not oscillating</a:t>
            </a:r>
          </a:p>
          <a:p>
            <a:r>
              <a:rPr lang="en-US" dirty="0"/>
              <a:t>Pulling 50mA current (Not terrible, but where is it going?)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84B4E-260A-8EAB-98A9-C6E37125EF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214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23F39-3C6A-2B4E-928F-BED046E14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AA748-F103-31CB-9B10-54013566C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Revised Breakout Board Layout</a:t>
            </a:r>
          </a:p>
        </p:txBody>
      </p:sp>
      <p:pic>
        <p:nvPicPr>
          <p:cNvPr id="6" name="Content Placeholder 5" descr="A green circuit board with many small yellow dots and white circles&#10;&#10;AI-generated content may be incorrect.">
            <a:extLst>
              <a:ext uri="{FF2B5EF4-FFF2-40B4-BE49-F238E27FC236}">
                <a16:creationId xmlns:a16="http://schemas.microsoft.com/office/drawing/2014/main" id="{157E9863-4D5E-6051-1EF9-7D2589B086F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218921" y="1550819"/>
            <a:ext cx="5937779" cy="483460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86D7A-5DE9-1B76-640C-8616241AC5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550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65765-9AD9-D0F3-3935-E61A2A115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 Breakout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6FCAE-DC7C-077D-797B-3ACC9CBBDA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Test isolated power rail</a:t>
            </a:r>
          </a:p>
          <a:p>
            <a:r>
              <a:rPr lang="en-US" dirty="0"/>
              <a:t>Ensure accurate readings given current</a:t>
            </a:r>
          </a:p>
          <a:p>
            <a:r>
              <a:rPr lang="en-US" dirty="0"/>
              <a:t>Work on software support for ADC</a:t>
            </a:r>
          </a:p>
          <a:p>
            <a:r>
              <a:rPr lang="en-US" dirty="0"/>
              <a:t>Feedback loop for output current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25E4D-0C19-CF84-7728-5B309132D7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539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C8AC3-807C-62C8-5224-1854B81E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6CA4-C0D1-4555-D2B3-7FA045915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>
            <a:normAutofit/>
          </a:bodyPr>
          <a:lstStyle/>
          <a:p>
            <a:r>
              <a:rPr lang="en-US" dirty="0"/>
              <a:t>ADC Breakout board Layout</a:t>
            </a:r>
          </a:p>
        </p:txBody>
      </p:sp>
      <p:pic>
        <p:nvPicPr>
          <p:cNvPr id="6" name="Content Placeholder 5" descr="A green circuit board with many small chips&#10;&#10;AI-generated content may be incorrect.">
            <a:extLst>
              <a:ext uri="{FF2B5EF4-FFF2-40B4-BE49-F238E27FC236}">
                <a16:creationId xmlns:a16="http://schemas.microsoft.com/office/drawing/2014/main" id="{8B9390A1-5373-A9D7-F219-6D8DBAED310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992562" y="1365126"/>
            <a:ext cx="4206875" cy="412774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6952B-23AF-5ED9-5150-234D2C7693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7B645E-C5E5-4727-B977-D372A0AA71D9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81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48A8-F29C-F927-B681-BA4E85BF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to Four Small DDS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7816C-28ED-63DB-CB3B-F43A9840EE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479024" cy="4479925"/>
          </a:xfrm>
        </p:spPr>
        <p:txBody>
          <a:bodyPr/>
          <a:lstStyle/>
          <a:p>
            <a:r>
              <a:rPr lang="en-US" dirty="0"/>
              <a:t>Big DDS great in theory because it has a lot of features, bad in practice because it has a lot of features (over-</a:t>
            </a:r>
            <a:r>
              <a:rPr lang="en-US" dirty="0" err="1"/>
              <a:t>speced</a:t>
            </a:r>
            <a:r>
              <a:rPr lang="en-US" dirty="0"/>
              <a:t>)</a:t>
            </a:r>
          </a:p>
          <a:p>
            <a:r>
              <a:rPr lang="en-US" dirty="0"/>
              <a:t>Smaller DDS have more voltage focus</a:t>
            </a:r>
          </a:p>
          <a:p>
            <a:r>
              <a:rPr lang="en-US" dirty="0"/>
              <a:t>DDS are expensive, but reduce load on the MCU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50EE2-84B5-C4CA-450E-5C0A3AB523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198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DB56A-EFC3-295C-8C50-6E451A84F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DDS Breakout Board</a:t>
            </a:r>
          </a:p>
        </p:txBody>
      </p:sp>
      <p:pic>
        <p:nvPicPr>
          <p:cNvPr id="6" name="Content Placeholder 5" descr="A green circuit board with white text&#10;&#10;AI-generated content may be incorrect.">
            <a:extLst>
              <a:ext uri="{FF2B5EF4-FFF2-40B4-BE49-F238E27FC236}">
                <a16:creationId xmlns:a16="http://schemas.microsoft.com/office/drawing/2014/main" id="{B107CD61-9101-1349-9D76-551746A49B4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444106" y="1189037"/>
            <a:ext cx="5303787" cy="44799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D5664-4773-67A3-2574-9D02515837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993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760E7-D27A-1C0A-6CD5-364C193F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9354B-C796-1926-1CEE-088B8D9B86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Current Expenses :</a:t>
            </a:r>
          </a:p>
          <a:p>
            <a:r>
              <a:rPr lang="en-US" dirty="0"/>
              <a:t>DDS Test Board: $33</a:t>
            </a:r>
          </a:p>
          <a:p>
            <a:r>
              <a:rPr lang="en-US" dirty="0"/>
              <a:t>Component Order: $</a:t>
            </a:r>
          </a:p>
          <a:p>
            <a:r>
              <a:rPr lang="en-US" dirty="0"/>
              <a:t>Battery Order: $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Total: $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C9821-24B7-EE51-078D-0B7963AC20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095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F160B-AF27-B7B9-795A-6950EC47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F76C4-2D7C-3DF9-F61F-30FCC2A901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Space is extremely limited</a:t>
            </a:r>
          </a:p>
          <a:p>
            <a:r>
              <a:rPr lang="en-US" dirty="0"/>
              <a:t>Some components are hard to find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54A4F-408F-2AE8-E17D-8D70EF316C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417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8EF87-E3BB-A226-DCCF-2D45CE9B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Immediate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E9115-94A4-A2F8-8B11-947907F62B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479024" cy="4479925"/>
          </a:xfrm>
        </p:spPr>
        <p:txBody>
          <a:bodyPr/>
          <a:lstStyle/>
          <a:p>
            <a:r>
              <a:rPr lang="en-US" dirty="0"/>
              <a:t>Layout completed rooms</a:t>
            </a:r>
          </a:p>
          <a:p>
            <a:r>
              <a:rPr lang="en-US" dirty="0"/>
              <a:t>Get flyback stuff working</a:t>
            </a:r>
          </a:p>
          <a:p>
            <a:r>
              <a:rPr lang="en-US" dirty="0"/>
              <a:t>Battery</a:t>
            </a:r>
          </a:p>
          <a:p>
            <a:r>
              <a:rPr lang="en-US" dirty="0"/>
              <a:t>ADC software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C2303-290B-35FB-A4CD-104764401A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217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Questions/Feedback</a:t>
            </a: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Corporate colors presentation</Template>
  <TotalTime>316</TotalTime>
  <Words>239</Words>
  <Application>Microsoft Office PowerPoint</Application>
  <PresentationFormat>Widescreen</PresentationFormat>
  <Paragraphs>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Light</vt:lpstr>
      <vt:lpstr>Arial</vt:lpstr>
      <vt:lpstr>Calibri</vt:lpstr>
      <vt:lpstr>Wingdings</vt:lpstr>
      <vt:lpstr>Custom</vt:lpstr>
      <vt:lpstr>Samad, Guandong, and Tyler </vt:lpstr>
      <vt:lpstr>Problem Description</vt:lpstr>
      <vt:lpstr>Key Events from Last Week</vt:lpstr>
      <vt:lpstr>Battery Updates</vt:lpstr>
      <vt:lpstr>DC-DC Converter</vt:lpstr>
      <vt:lpstr>Schematic Updates</vt:lpstr>
      <vt:lpstr>Revised Breakout Board</vt:lpstr>
      <vt:lpstr>Revised Breakout Board Layout</vt:lpstr>
      <vt:lpstr>ADC Breakout Board</vt:lpstr>
      <vt:lpstr>ADC Breakout board Layout</vt:lpstr>
      <vt:lpstr>Switch to Four Small DDS</vt:lpstr>
      <vt:lpstr>DDS Breakout Board</vt:lpstr>
      <vt:lpstr>Budget</vt:lpstr>
      <vt:lpstr>Challenges so far</vt:lpstr>
      <vt:lpstr>Immediate Plan</vt:lpstr>
      <vt:lpstr>Questions/Feedback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White</dc:creator>
  <cp:lastModifiedBy>Tyler White</cp:lastModifiedBy>
  <cp:revision>27</cp:revision>
  <dcterms:created xsi:type="dcterms:W3CDTF">2025-09-17T17:10:44Z</dcterms:created>
  <dcterms:modified xsi:type="dcterms:W3CDTF">2025-10-29T16:28:27Z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