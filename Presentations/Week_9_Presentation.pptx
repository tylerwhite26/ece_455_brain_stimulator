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3"/>
  </p:notesMasterIdLst>
  <p:handoutMasterIdLst>
    <p:handoutMasterId r:id="rId24"/>
  </p:handoutMasterIdLst>
  <p:sldIdLst>
    <p:sldId id="305" r:id="rId5"/>
    <p:sldId id="306" r:id="rId6"/>
    <p:sldId id="319" r:id="rId7"/>
    <p:sldId id="366" r:id="rId8"/>
    <p:sldId id="367" r:id="rId9"/>
    <p:sldId id="355" r:id="rId10"/>
    <p:sldId id="356" r:id="rId11"/>
    <p:sldId id="345" r:id="rId12"/>
    <p:sldId id="361" r:id="rId13"/>
    <p:sldId id="364" r:id="rId14"/>
    <p:sldId id="363" r:id="rId15"/>
    <p:sldId id="358" r:id="rId16"/>
    <p:sldId id="362" r:id="rId17"/>
    <p:sldId id="365" r:id="rId18"/>
    <p:sldId id="368" r:id="rId19"/>
    <p:sldId id="331" r:id="rId20"/>
    <p:sldId id="330" r:id="rId21"/>
    <p:sldId id="318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orient="horz" pos="3792" userDrawn="1">
          <p15:clr>
            <a:srgbClr val="A4A3A4"/>
          </p15:clr>
        </p15:guide>
        <p15:guide id="3" pos="528" userDrawn="1">
          <p15:clr>
            <a:srgbClr val="A4A3A4"/>
          </p15:clr>
        </p15:guide>
        <p15:guide id="4" pos="7128" userDrawn="1">
          <p15:clr>
            <a:srgbClr val="A4A3A4"/>
          </p15:clr>
        </p15:guide>
        <p15:guide id="5" orient="horz" pos="2808" userDrawn="1">
          <p15:clr>
            <a:srgbClr val="A4A3A4"/>
          </p15:clr>
        </p15:guide>
        <p15:guide id="6" pos="2976" userDrawn="1">
          <p15:clr>
            <a:srgbClr val="A4A3A4"/>
          </p15:clr>
        </p15:guide>
        <p15:guide id="7" orient="horz" pos="9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8D230F3-CF80-4859-8CE7-A43EE81993B5}"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444" autoAdjust="0"/>
    <p:restoredTop sz="94682"/>
  </p:normalViewPr>
  <p:slideViewPr>
    <p:cSldViewPr snapToGrid="0">
      <p:cViewPr varScale="1">
        <p:scale>
          <a:sx n="62" d="100"/>
          <a:sy n="62" d="100"/>
        </p:scale>
        <p:origin x="48" y="216"/>
      </p:cViewPr>
      <p:guideLst>
        <p:guide orient="horz" pos="3792"/>
        <p:guide pos="528"/>
        <p:guide pos="7128"/>
        <p:guide orient="horz" pos="2808"/>
        <p:guide pos="2976"/>
        <p:guide orient="horz" pos="9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10/29/2025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7:35.9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EDBDA2-4480-4D82-8886-1B64A7ECBBAC}" type="datetimeFigureOut">
              <a:rPr lang="en-US" noProof="0" smtClean="0"/>
              <a:t>10/29/2025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DDBACE-0F8F-43FD-98F0-DEE13552DADA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4557223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610FBCDE-EE59-33A6-32CA-9F6279AA43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12700"/>
            <a:ext cx="12192000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45A58EF-738C-B1BA-F49A-84ADB68F8A8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49858"/>
          <a:stretch/>
        </p:blipFill>
        <p:spPr>
          <a:xfrm>
            <a:off x="8401354" y="9452"/>
            <a:ext cx="2286000" cy="114624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7F78E2C-6843-1373-E993-79393D85843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49858"/>
          <a:stretch/>
        </p:blipFill>
        <p:spPr>
          <a:xfrm>
            <a:off x="10687351" y="9452"/>
            <a:ext cx="1504649" cy="1146248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559DD38-C8CC-7B28-F492-ACB263A8147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8DEFF3B2-90E8-5D9B-CEA8-00B05000BF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AE121A-5259-1180-7385-CE2C034310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b="1" cap="all" spc="300" baseline="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810682D-F26A-B1BF-CD97-BB8BD31B2F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10479215" cy="4480560"/>
          </a:xfrm>
        </p:spPr>
        <p:txBody>
          <a:bodyPr/>
          <a:lstStyle>
            <a:lvl1pPr marL="0" indent="0">
              <a:lnSpc>
                <a:spcPct val="75000"/>
              </a:lnSpc>
              <a:buNone/>
              <a:defRPr sz="8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58800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A1EF8CAB-74EE-F5E0-2A98-D49729C573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0000" t="1" b="49999"/>
          <a:stretch/>
        </p:blipFill>
        <p:spPr>
          <a:xfrm>
            <a:off x="6096000" y="0"/>
            <a:ext cx="6095999" cy="3429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8783521D-ED5D-D5DB-16FA-CD1B1203DF6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87659"/>
          <a:stretch/>
        </p:blipFill>
        <p:spPr>
          <a:xfrm>
            <a:off x="0" y="5731979"/>
            <a:ext cx="1504645" cy="114640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9381EED1-F8B1-76DD-2AF9-959C65437FF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D23ADF4-87AF-5693-9986-341478D502B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E5EE104-2241-C262-895C-BCA76913401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19B7E7AC-A0E6-BE9A-4728-8FE036CF353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6556375" cy="4479925"/>
          </a:xfrm>
        </p:spPr>
        <p:txBody>
          <a:bodyPr>
            <a:normAutofit/>
          </a:bodyPr>
          <a:lstStyle>
            <a:lvl1pPr>
              <a:lnSpc>
                <a:spcPct val="140000"/>
              </a:lnSpc>
              <a:spcAft>
                <a:spcPts val="0"/>
              </a:spcAft>
              <a:defRPr sz="2800"/>
            </a:lvl1pPr>
            <a:lvl2pPr>
              <a:defRPr sz="2800"/>
            </a:lvl2pPr>
            <a:lvl3pPr>
              <a:defRPr sz="2400"/>
            </a:lvl3pPr>
            <a:lvl4pPr>
              <a:defRPr sz="24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56401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image 01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FF0337A6-0579-B5BC-C526-F7EBDDB8E84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0000" t="1" b="49999"/>
          <a:stretch/>
        </p:blipFill>
        <p:spPr>
          <a:xfrm>
            <a:off x="6096000" y="0"/>
            <a:ext cx="6095999" cy="3429000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4166F179-9203-AC2D-A267-E25FA28E978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4BFC5468-5E1B-2FE4-DA95-D0CCC383D3E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617493C4-12E7-500C-5FD5-68370B57A20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149B5038-6091-D5DF-F2DA-3900885F498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9442ADAB-F6BA-A55C-036E-C837F95C8F8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7E35C9AB-B94F-CACD-3F8A-C5FE3B69599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111240" y="2231136"/>
            <a:ext cx="6080760" cy="4626864"/>
          </a:xfr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 algn="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AE121A-5259-1180-7385-CE2C034310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6931152" cy="557784"/>
          </a:xfrm>
        </p:spPr>
        <p:txBody>
          <a:bodyPr anchor="t"/>
          <a:lstStyle>
            <a:lvl1pPr>
              <a:defRPr sz="2000" b="1" cap="all" spc="300" baseline="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810682D-F26A-B1BF-CD97-BB8BD31B2F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6931152" cy="4480560"/>
          </a:xfrm>
        </p:spPr>
        <p:txBody>
          <a:bodyPr/>
          <a:lstStyle>
            <a:lvl1pPr marL="0" indent="0">
              <a:lnSpc>
                <a:spcPct val="75000"/>
              </a:lnSpc>
              <a:buNone/>
              <a:defRPr sz="8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894529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E18B122A-848F-E50E-C503-3930933A5C6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8908"/>
          <a:stretch/>
        </p:blipFill>
        <p:spPr>
          <a:xfrm>
            <a:off x="8401354" y="0"/>
            <a:ext cx="3790646" cy="6857999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08CD9875-E4AF-D7EA-9F8B-D27F2C3104A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2297076"/>
            <a:ext cx="2286000" cy="2286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8513E8A3-5E78-5821-6B7B-AF6343ACA7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E256415C-5388-7D35-1C15-8DA4ACDCA1F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8B78E2E7-B83A-F17C-9869-FED59DD512E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6556375" cy="4479925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Aft>
                <a:spcPts val="1800"/>
              </a:spcAft>
              <a:buSzPct val="100000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86166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image 02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0321C850-160D-5CD7-B829-ADE752EA7A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0000"/>
          <a:stretch/>
        </p:blipFill>
        <p:spPr>
          <a:xfrm>
            <a:off x="6096000" y="0"/>
            <a:ext cx="6096000" cy="6857999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33105707-8D59-D00C-596A-380479D0E0D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2297076"/>
            <a:ext cx="2286000" cy="22860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DC4FC4F-BE00-1554-FEBD-DE21F3AB35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0A310F08-0B34-7E1C-7605-4F81502355F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3371AFC-6FAC-3C10-CCC0-ECE8DB9E997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AE121A-5259-1180-7385-CE2C034310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b="1" cap="all" spc="300" baseline="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810682D-F26A-B1BF-CD97-BB8BD31B2F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10479024" cy="2679192"/>
          </a:xfrm>
        </p:spPr>
        <p:txBody>
          <a:bodyPr/>
          <a:lstStyle>
            <a:lvl1pPr marL="0" indent="0">
              <a:lnSpc>
                <a:spcPct val="75000"/>
              </a:lnSpc>
              <a:buNone/>
              <a:defRPr sz="8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7E35C9AB-B94F-CACD-3F8A-C5FE3B69599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4462272"/>
            <a:ext cx="12188952" cy="2395728"/>
          </a:xfrm>
          <a:solidFill>
            <a:schemeClr val="accent6">
              <a:lumMod val="75000"/>
            </a:schemeClr>
          </a:solidFill>
        </p:spPr>
        <p:txBody>
          <a:bodyPr/>
          <a:lstStyle>
            <a:lvl1pPr marL="0" indent="0" algn="ctr">
              <a:buNone/>
              <a:defRPr>
                <a:solidFill>
                  <a:sysClr val="windowText" lastClr="000000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98032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D0F0E0D3-11E9-A85D-821D-49C27B06B06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7659"/>
          <a:stretch/>
        </p:blipFill>
        <p:spPr>
          <a:xfrm>
            <a:off x="10687350" y="12700"/>
            <a:ext cx="1504649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7433D848-BBB0-8852-CBA7-96FB04BFADE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556"/>
          <a:stretch/>
        </p:blipFill>
        <p:spPr>
          <a:xfrm>
            <a:off x="10687351" y="4584700"/>
            <a:ext cx="1504649" cy="11303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A0A5B28-1267-FF8C-DD34-4AE0CE17FD9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72FE7896-D379-408C-54BB-757C71F0DEF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49515" r="34180"/>
          <a:stretch/>
        </p:blipFill>
        <p:spPr>
          <a:xfrm>
            <a:off x="10687351" y="1141376"/>
            <a:ext cx="1504649" cy="115407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2862072" cy="4479925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Aft>
                <a:spcPts val="1800"/>
              </a:spcAft>
              <a:buSzPct val="100000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7E02B10-F9DF-509C-64D5-91DEB698817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91455" y="1536826"/>
            <a:ext cx="5650992" cy="557784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1456" y="2267712"/>
            <a:ext cx="5650992" cy="376732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Aft>
                <a:spcPts val="1800"/>
              </a:spcAft>
              <a:buSzPct val="100000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83759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DCE1CF12-4201-C23B-7B9A-02EB4F8A79C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396"/>
          <a:stretch/>
        </p:blipFill>
        <p:spPr>
          <a:xfrm>
            <a:off x="0" y="5731980"/>
            <a:ext cx="12192000" cy="113872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513CE0C7-867A-80BB-9E96-3008375B7EE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8854" b="83396"/>
          <a:stretch/>
        </p:blipFill>
        <p:spPr>
          <a:xfrm>
            <a:off x="0" y="12700"/>
            <a:ext cx="3797300" cy="113872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736CB758-B1DB-F2E0-00E7-BF5660C5F25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33598" b="49858"/>
          <a:stretch/>
        </p:blipFill>
        <p:spPr>
          <a:xfrm>
            <a:off x="0" y="9452"/>
            <a:ext cx="1517954" cy="114624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64024" y="841248"/>
            <a:ext cx="6556248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15">
            <a:extLst>
              <a:ext uri="{FF2B5EF4-FFF2-40B4-BE49-F238E27FC236}">
                <a16:creationId xmlns:a16="http://schemas.microsoft.com/office/drawing/2014/main" id="{A780F1E2-F795-D408-7361-9B32EA12F8E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836676"/>
            <a:ext cx="3785616" cy="5184648"/>
          </a:xfrm>
          <a:solidFill>
            <a:schemeClr val="accent6">
              <a:lumMod val="75000"/>
            </a:schemeClr>
          </a:solidFill>
        </p:spPr>
        <p:txBody>
          <a:bodyPr/>
          <a:lstStyle>
            <a:lvl1pPr marL="0" indent="0" algn="ctr">
              <a:buNone/>
              <a:defRPr>
                <a:solidFill>
                  <a:sysClr val="windowText" lastClr="000000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64023" y="1536827"/>
            <a:ext cx="6556247" cy="4479925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Aft>
                <a:spcPts val="1800"/>
              </a:spcAft>
              <a:buSzPct val="100000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8055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0059F316-9319-477C-3BD8-C3B19F248AF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7659"/>
          <a:stretch/>
        </p:blipFill>
        <p:spPr>
          <a:xfrm>
            <a:off x="10687350" y="12700"/>
            <a:ext cx="1504649" cy="6858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AEF98D51-D262-470D-2214-A8A0EDB736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4584700"/>
            <a:ext cx="1504649" cy="2286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3480B83D-EEC7-5C2D-9338-841D005457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69BE97B1-E4D2-AA2A-1E85-0D59873513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F227120C-DBC1-2EDA-E58C-E1DAD7E550F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3FDA3437-5725-1727-4B8A-FCE59556193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35C8D2AF-CEDF-4131-723C-91569E90C29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2862072" cy="447992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Aft>
                <a:spcPts val="1800"/>
              </a:spcAft>
              <a:buSzPct val="100000"/>
              <a:buNone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1456" y="1536827"/>
            <a:ext cx="5650992" cy="448056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1000"/>
              </a:spcBef>
              <a:spcAft>
                <a:spcPts val="1800"/>
              </a:spcAft>
              <a:buSzPct val="100000"/>
              <a:buNone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27402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F227120C-DBC1-2EDA-E58C-E1DAD7E550F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3FDA3437-5725-1727-4B8A-FCE59556193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35C8D2AF-CEDF-4131-723C-91569E90C29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2862072" cy="4479925"/>
          </a:xfrm>
        </p:spPr>
        <p:txBody>
          <a:bodyPr>
            <a:normAutofit/>
          </a:bodyPr>
          <a:lstStyle>
            <a:lvl1pPr marL="342900" indent="-342900">
              <a:lnSpc>
                <a:spcPct val="90000"/>
              </a:lnSpc>
              <a:spcAft>
                <a:spcPts val="1800"/>
              </a:spcAft>
              <a:buSzPct val="100000"/>
              <a:buFont typeface="Arial" panose="020B0604020202020204" pitchFamily="34" charset="0"/>
              <a:buChar char="•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27448" y="1536827"/>
            <a:ext cx="6592824" cy="448056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1000"/>
              </a:spcBef>
              <a:spcAft>
                <a:spcPts val="1800"/>
              </a:spcAft>
              <a:buSzPct val="100000"/>
              <a:buNone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3FD831DA-EDBD-A492-3E6D-6ABBF4438FC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7659" b="83148"/>
          <a:stretch/>
        </p:blipFill>
        <p:spPr>
          <a:xfrm>
            <a:off x="10687350" y="12700"/>
            <a:ext cx="1504649" cy="11557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00071AEB-E268-A464-7197-69FA762C3C5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49444"/>
          <a:stretch/>
        </p:blipFill>
        <p:spPr>
          <a:xfrm>
            <a:off x="10687351" y="9452"/>
            <a:ext cx="1504649" cy="115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2875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EC5788EE-4EDA-20FA-8EB9-2F0639E8A2B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0000" t="1" b="49999"/>
          <a:stretch/>
        </p:blipFill>
        <p:spPr>
          <a:xfrm>
            <a:off x="6096000" y="0"/>
            <a:ext cx="6095999" cy="3429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D053CA0-7A9F-FC49-AD3F-F3280344D76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767F6939-7B7E-F49F-8219-DC8CDAC85D5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FACCA700-291A-CD50-0CF3-749300C8D7A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0EFADD4D-8EF2-3DF8-F5F4-9459752D54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B5B36F67-81DA-36AC-5D17-0172FF5A70C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41248" y="1527048"/>
            <a:ext cx="10479024" cy="4498848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1000"/>
              </a:spcBef>
              <a:spcAft>
                <a:spcPts val="1800"/>
              </a:spcAft>
              <a:buSzPct val="100000"/>
              <a:buNone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4631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image 03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7E35C9AB-B94F-CACD-3F8A-C5FE3B69599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2952" y="0"/>
            <a:ext cx="6099048" cy="6876288"/>
          </a:xfrm>
          <a:solidFill>
            <a:schemeClr val="accent6">
              <a:lumMod val="75000"/>
            </a:schemeClr>
          </a:solidFill>
        </p:spPr>
        <p:txBody>
          <a:bodyPr/>
          <a:lstStyle>
            <a:lvl1pPr marL="0" indent="0" algn="l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24" name="Title 123">
            <a:extLst>
              <a:ext uri="{FF2B5EF4-FFF2-40B4-BE49-F238E27FC236}">
                <a16:creationId xmlns:a16="http://schemas.microsoft.com/office/drawing/2014/main" id="{5EF8E4BF-2FB4-FFDD-E565-805C47624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4" y="832104"/>
            <a:ext cx="6099048" cy="5219236"/>
          </a:xfrm>
        </p:spPr>
        <p:txBody>
          <a:bodyPr anchor="t"/>
          <a:lstStyle>
            <a:lvl1pPr>
              <a:lnSpc>
                <a:spcPct val="75000"/>
              </a:lnSpc>
              <a:defRPr sz="8000" b="0" spc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3" name="Text Placeholder 122">
            <a:extLst>
              <a:ext uri="{FF2B5EF4-FFF2-40B4-BE49-F238E27FC236}">
                <a16:creationId xmlns:a16="http://schemas.microsoft.com/office/drawing/2014/main" id="{25C59923-6546-AB3B-534C-22113CD9D67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1353" y="-1"/>
            <a:ext cx="3790650" cy="1155691"/>
          </a:xfrm>
          <a:custGeom>
            <a:avLst/>
            <a:gdLst>
              <a:gd name="connsiteX0" fmla="*/ 2293575 w 3790650"/>
              <a:gd name="connsiteY0" fmla="*/ 0 h 1155691"/>
              <a:gd name="connsiteX1" fmla="*/ 3790650 w 3790650"/>
              <a:gd name="connsiteY1" fmla="*/ 0 h 1155691"/>
              <a:gd name="connsiteX2" fmla="*/ 3790650 w 3790650"/>
              <a:gd name="connsiteY2" fmla="*/ 1098632 h 1155691"/>
              <a:gd name="connsiteX3" fmla="*/ 3775153 w 3790650"/>
              <a:gd name="connsiteY3" fmla="*/ 1104304 h 1155691"/>
              <a:gd name="connsiteX4" fmla="*/ 3435268 w 3790650"/>
              <a:gd name="connsiteY4" fmla="*/ 1155691 h 1155691"/>
              <a:gd name="connsiteX5" fmla="*/ 2292295 w 3790650"/>
              <a:gd name="connsiteY5" fmla="*/ 12701 h 1155691"/>
              <a:gd name="connsiteX6" fmla="*/ 1280 w 3790650"/>
              <a:gd name="connsiteY6" fmla="*/ 0 h 1155691"/>
              <a:gd name="connsiteX7" fmla="*/ 2284665 w 3790650"/>
              <a:gd name="connsiteY7" fmla="*/ 0 h 1155691"/>
              <a:gd name="connsiteX8" fmla="*/ 2285945 w 3790650"/>
              <a:gd name="connsiteY8" fmla="*/ 12701 h 1155691"/>
              <a:gd name="connsiteX9" fmla="*/ 1142973 w 3790650"/>
              <a:gd name="connsiteY9" fmla="*/ 1155691 h 1155691"/>
              <a:gd name="connsiteX10" fmla="*/ 0 w 3790650"/>
              <a:gd name="connsiteY10" fmla="*/ 12701 h 1155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790650" h="1155691">
                <a:moveTo>
                  <a:pt x="2293575" y="0"/>
                </a:moveTo>
                <a:lnTo>
                  <a:pt x="3790650" y="0"/>
                </a:lnTo>
                <a:lnTo>
                  <a:pt x="3790650" y="1098632"/>
                </a:lnTo>
                <a:lnTo>
                  <a:pt x="3775153" y="1104304"/>
                </a:lnTo>
                <a:cubicBezTo>
                  <a:pt x="3667783" y="1137700"/>
                  <a:pt x="3553627" y="1155691"/>
                  <a:pt x="3435268" y="1155691"/>
                </a:cubicBezTo>
                <a:cubicBezTo>
                  <a:pt x="2804021" y="1155691"/>
                  <a:pt x="2292295" y="643957"/>
                  <a:pt x="2292295" y="12701"/>
                </a:cubicBezTo>
                <a:close/>
                <a:moveTo>
                  <a:pt x="1280" y="0"/>
                </a:moveTo>
                <a:lnTo>
                  <a:pt x="2284665" y="0"/>
                </a:lnTo>
                <a:lnTo>
                  <a:pt x="2285945" y="12701"/>
                </a:lnTo>
                <a:cubicBezTo>
                  <a:pt x="2285945" y="643957"/>
                  <a:pt x="1774219" y="1155691"/>
                  <a:pt x="1142973" y="1155691"/>
                </a:cubicBezTo>
                <a:cubicBezTo>
                  <a:pt x="511726" y="1155691"/>
                  <a:pt x="0" y="643957"/>
                  <a:pt x="0" y="12701"/>
                </a:cubicBezTo>
                <a:close/>
              </a:path>
            </a:pathLst>
          </a:custGeom>
          <a:solidFill>
            <a:schemeClr val="accent6">
              <a:lumMod val="75000"/>
              <a:alpha val="25000"/>
            </a:schemeClr>
          </a:solidFill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880C9A0C-95B8-C535-9B78-63FDB782BE1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-3" y="5727700"/>
            <a:ext cx="12192003" cy="1130300"/>
          </a:xfrm>
          <a:custGeom>
            <a:avLst/>
            <a:gdLst>
              <a:gd name="connsiteX0" fmla="*/ 11823828 w 12192003"/>
              <a:gd name="connsiteY0" fmla="*/ 0 h 1130300"/>
              <a:gd name="connsiteX1" fmla="*/ 12163721 w 12192003"/>
              <a:gd name="connsiteY1" fmla="*/ 51387 h 1130300"/>
              <a:gd name="connsiteX2" fmla="*/ 12192003 w 12192003"/>
              <a:gd name="connsiteY2" fmla="*/ 61738 h 1130300"/>
              <a:gd name="connsiteX3" fmla="*/ 12192003 w 12192003"/>
              <a:gd name="connsiteY3" fmla="*/ 1130300 h 1130300"/>
              <a:gd name="connsiteX4" fmla="*/ 10681469 w 12192003"/>
              <a:gd name="connsiteY4" fmla="*/ 1130300 h 1130300"/>
              <a:gd name="connsiteX5" fmla="*/ 10686729 w 12192003"/>
              <a:gd name="connsiteY5" fmla="*/ 1026126 h 1130300"/>
              <a:gd name="connsiteX6" fmla="*/ 11823828 w 12192003"/>
              <a:gd name="connsiteY6" fmla="*/ 0 h 1130300"/>
              <a:gd name="connsiteX7" fmla="*/ 9531478 w 12192003"/>
              <a:gd name="connsiteY7" fmla="*/ 0 h 1130300"/>
              <a:gd name="connsiteX8" fmla="*/ 10668577 w 12192003"/>
              <a:gd name="connsiteY8" fmla="*/ 1026126 h 1130300"/>
              <a:gd name="connsiteX9" fmla="*/ 10673837 w 12192003"/>
              <a:gd name="connsiteY9" fmla="*/ 1130300 h 1130300"/>
              <a:gd name="connsiteX10" fmla="*/ 8389119 w 12192003"/>
              <a:gd name="connsiteY10" fmla="*/ 1130300 h 1130300"/>
              <a:gd name="connsiteX11" fmla="*/ 8394379 w 12192003"/>
              <a:gd name="connsiteY11" fmla="*/ 1026126 h 1130300"/>
              <a:gd name="connsiteX12" fmla="*/ 9531478 w 12192003"/>
              <a:gd name="connsiteY12" fmla="*/ 0 h 1130300"/>
              <a:gd name="connsiteX13" fmla="*/ 7239129 w 12192003"/>
              <a:gd name="connsiteY13" fmla="*/ 0 h 1130300"/>
              <a:gd name="connsiteX14" fmla="*/ 8376227 w 12192003"/>
              <a:gd name="connsiteY14" fmla="*/ 1026126 h 1130300"/>
              <a:gd name="connsiteX15" fmla="*/ 8381487 w 12192003"/>
              <a:gd name="connsiteY15" fmla="*/ 1130300 h 1130300"/>
              <a:gd name="connsiteX16" fmla="*/ 6096769 w 12192003"/>
              <a:gd name="connsiteY16" fmla="*/ 1130300 h 1130300"/>
              <a:gd name="connsiteX17" fmla="*/ 6102029 w 12192003"/>
              <a:gd name="connsiteY17" fmla="*/ 1026126 h 1130300"/>
              <a:gd name="connsiteX18" fmla="*/ 7239129 w 12192003"/>
              <a:gd name="connsiteY18" fmla="*/ 0 h 1130300"/>
              <a:gd name="connsiteX19" fmla="*/ 4946780 w 12192003"/>
              <a:gd name="connsiteY19" fmla="*/ 0 h 1130300"/>
              <a:gd name="connsiteX20" fmla="*/ 6083878 w 12192003"/>
              <a:gd name="connsiteY20" fmla="*/ 1026126 h 1130300"/>
              <a:gd name="connsiteX21" fmla="*/ 6089139 w 12192003"/>
              <a:gd name="connsiteY21" fmla="*/ 1130300 h 1130300"/>
              <a:gd name="connsiteX22" fmla="*/ 3804423 w 12192003"/>
              <a:gd name="connsiteY22" fmla="*/ 1130300 h 1130300"/>
              <a:gd name="connsiteX23" fmla="*/ 3809684 w 12192003"/>
              <a:gd name="connsiteY23" fmla="*/ 1026126 h 1130300"/>
              <a:gd name="connsiteX24" fmla="*/ 4946780 w 12192003"/>
              <a:gd name="connsiteY24" fmla="*/ 0 h 1130300"/>
              <a:gd name="connsiteX25" fmla="*/ 2654431 w 12192003"/>
              <a:gd name="connsiteY25" fmla="*/ 0 h 1130300"/>
              <a:gd name="connsiteX26" fmla="*/ 3791530 w 12192003"/>
              <a:gd name="connsiteY26" fmla="*/ 1026126 h 1130300"/>
              <a:gd name="connsiteX27" fmla="*/ 3796791 w 12192003"/>
              <a:gd name="connsiteY27" fmla="*/ 1130300 h 1130300"/>
              <a:gd name="connsiteX28" fmla="*/ 1512072 w 12192003"/>
              <a:gd name="connsiteY28" fmla="*/ 1130300 h 1130300"/>
              <a:gd name="connsiteX29" fmla="*/ 1517332 w 12192003"/>
              <a:gd name="connsiteY29" fmla="*/ 1026126 h 1130300"/>
              <a:gd name="connsiteX30" fmla="*/ 2654431 w 12192003"/>
              <a:gd name="connsiteY30" fmla="*/ 0 h 1130300"/>
              <a:gd name="connsiteX31" fmla="*/ 362080 w 12192003"/>
              <a:gd name="connsiteY31" fmla="*/ 0 h 1130300"/>
              <a:gd name="connsiteX32" fmla="*/ 1499179 w 12192003"/>
              <a:gd name="connsiteY32" fmla="*/ 1026126 h 1130300"/>
              <a:gd name="connsiteX33" fmla="*/ 1504439 w 12192003"/>
              <a:gd name="connsiteY33" fmla="*/ 1130300 h 1130300"/>
              <a:gd name="connsiteX34" fmla="*/ 0 w 12192003"/>
              <a:gd name="connsiteY34" fmla="*/ 1130300 h 1130300"/>
              <a:gd name="connsiteX35" fmla="*/ 0 w 12192003"/>
              <a:gd name="connsiteY35" fmla="*/ 59507 h 1130300"/>
              <a:gd name="connsiteX36" fmla="*/ 22187 w 12192003"/>
              <a:gd name="connsiteY36" fmla="*/ 51387 h 1130300"/>
              <a:gd name="connsiteX37" fmla="*/ 362080 w 12192003"/>
              <a:gd name="connsiteY37" fmla="*/ 0 h 1130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2192003" h="1130300">
                <a:moveTo>
                  <a:pt x="11823828" y="0"/>
                </a:moveTo>
                <a:cubicBezTo>
                  <a:pt x="11942189" y="0"/>
                  <a:pt x="12056349" y="17991"/>
                  <a:pt x="12163721" y="51387"/>
                </a:cubicBezTo>
                <a:lnTo>
                  <a:pt x="12192003" y="61738"/>
                </a:lnTo>
                <a:lnTo>
                  <a:pt x="12192003" y="1130300"/>
                </a:lnTo>
                <a:lnTo>
                  <a:pt x="10681469" y="1130300"/>
                </a:lnTo>
                <a:lnTo>
                  <a:pt x="10686729" y="1026126"/>
                </a:lnTo>
                <a:cubicBezTo>
                  <a:pt x="10745262" y="449767"/>
                  <a:pt x="11232021" y="0"/>
                  <a:pt x="11823828" y="0"/>
                </a:cubicBezTo>
                <a:close/>
                <a:moveTo>
                  <a:pt x="9531478" y="0"/>
                </a:moveTo>
                <a:cubicBezTo>
                  <a:pt x="10123285" y="0"/>
                  <a:pt x="10610044" y="449767"/>
                  <a:pt x="10668577" y="1026126"/>
                </a:cubicBezTo>
                <a:lnTo>
                  <a:pt x="10673837" y="1130300"/>
                </a:lnTo>
                <a:lnTo>
                  <a:pt x="8389119" y="1130300"/>
                </a:lnTo>
                <a:lnTo>
                  <a:pt x="8394379" y="1026126"/>
                </a:lnTo>
                <a:cubicBezTo>
                  <a:pt x="8452912" y="449767"/>
                  <a:pt x="8939671" y="0"/>
                  <a:pt x="9531478" y="0"/>
                </a:cubicBezTo>
                <a:close/>
                <a:moveTo>
                  <a:pt x="7239129" y="0"/>
                </a:moveTo>
                <a:cubicBezTo>
                  <a:pt x="7830936" y="0"/>
                  <a:pt x="8317694" y="449767"/>
                  <a:pt x="8376227" y="1026126"/>
                </a:cubicBezTo>
                <a:lnTo>
                  <a:pt x="8381487" y="1130300"/>
                </a:lnTo>
                <a:lnTo>
                  <a:pt x="6096769" y="1130300"/>
                </a:lnTo>
                <a:lnTo>
                  <a:pt x="6102029" y="1026126"/>
                </a:lnTo>
                <a:cubicBezTo>
                  <a:pt x="6160563" y="449767"/>
                  <a:pt x="6647322" y="0"/>
                  <a:pt x="7239129" y="0"/>
                </a:cubicBezTo>
                <a:close/>
                <a:moveTo>
                  <a:pt x="4946780" y="0"/>
                </a:moveTo>
                <a:cubicBezTo>
                  <a:pt x="5538587" y="0"/>
                  <a:pt x="6025345" y="449767"/>
                  <a:pt x="6083878" y="1026126"/>
                </a:cubicBezTo>
                <a:lnTo>
                  <a:pt x="6089139" y="1130300"/>
                </a:lnTo>
                <a:lnTo>
                  <a:pt x="3804423" y="1130300"/>
                </a:lnTo>
                <a:lnTo>
                  <a:pt x="3809684" y="1026126"/>
                </a:lnTo>
                <a:cubicBezTo>
                  <a:pt x="3868216" y="449767"/>
                  <a:pt x="4354972" y="0"/>
                  <a:pt x="4946780" y="0"/>
                </a:cubicBezTo>
                <a:close/>
                <a:moveTo>
                  <a:pt x="2654431" y="0"/>
                </a:moveTo>
                <a:cubicBezTo>
                  <a:pt x="3246238" y="0"/>
                  <a:pt x="3732997" y="449767"/>
                  <a:pt x="3791530" y="1026126"/>
                </a:cubicBezTo>
                <a:lnTo>
                  <a:pt x="3796791" y="1130300"/>
                </a:lnTo>
                <a:lnTo>
                  <a:pt x="1512072" y="1130300"/>
                </a:lnTo>
                <a:lnTo>
                  <a:pt x="1517332" y="1026126"/>
                </a:lnTo>
                <a:cubicBezTo>
                  <a:pt x="1575865" y="449767"/>
                  <a:pt x="2062624" y="0"/>
                  <a:pt x="2654431" y="0"/>
                </a:cubicBezTo>
                <a:close/>
                <a:moveTo>
                  <a:pt x="362080" y="0"/>
                </a:moveTo>
                <a:cubicBezTo>
                  <a:pt x="953887" y="0"/>
                  <a:pt x="1440646" y="449767"/>
                  <a:pt x="1499179" y="1026126"/>
                </a:cubicBezTo>
                <a:lnTo>
                  <a:pt x="1504439" y="1130300"/>
                </a:lnTo>
                <a:lnTo>
                  <a:pt x="0" y="1130300"/>
                </a:lnTo>
                <a:lnTo>
                  <a:pt x="0" y="59507"/>
                </a:lnTo>
                <a:lnTo>
                  <a:pt x="22187" y="51387"/>
                </a:lnTo>
                <a:cubicBezTo>
                  <a:pt x="129559" y="17991"/>
                  <a:pt x="243719" y="0"/>
                  <a:pt x="362080" y="0"/>
                </a:cubicBezTo>
                <a:close/>
              </a:path>
            </a:pathLst>
          </a:custGeom>
          <a:solidFill>
            <a:schemeClr val="accent6">
              <a:lumMod val="75000"/>
              <a:alpha val="25000"/>
            </a:schemeClr>
          </a:solidFill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2" name="Text Placeholder 61">
            <a:extLst>
              <a:ext uri="{FF2B5EF4-FFF2-40B4-BE49-F238E27FC236}">
                <a16:creationId xmlns:a16="http://schemas.microsoft.com/office/drawing/2014/main" id="{70972619-C968-1257-58C9-0DC66164291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5724189"/>
            <a:ext cx="1503729" cy="1133811"/>
          </a:xfrm>
          <a:custGeom>
            <a:avLst/>
            <a:gdLst>
              <a:gd name="connsiteX0" fmla="*/ 367995 w 1503729"/>
              <a:gd name="connsiteY0" fmla="*/ 19 h 1133811"/>
              <a:gd name="connsiteX1" fmla="*/ 1481576 w 1503729"/>
              <a:gd name="connsiteY1" fmla="*/ 913359 h 1133811"/>
              <a:gd name="connsiteX2" fmla="*/ 1503729 w 1503729"/>
              <a:gd name="connsiteY2" fmla="*/ 1133811 h 1133811"/>
              <a:gd name="connsiteX3" fmla="*/ 1371482 w 1503729"/>
              <a:gd name="connsiteY3" fmla="*/ 1133811 h 1133811"/>
              <a:gd name="connsiteX4" fmla="*/ 1275407 w 1503729"/>
              <a:gd name="connsiteY4" fmla="*/ 1118667 h 1133811"/>
              <a:gd name="connsiteX5" fmla="*/ 367995 w 1503729"/>
              <a:gd name="connsiteY5" fmla="*/ 19 h 1133811"/>
              <a:gd name="connsiteX6" fmla="*/ 367996 w 1503729"/>
              <a:gd name="connsiteY6" fmla="*/ 0 h 1133811"/>
              <a:gd name="connsiteX7" fmla="*/ 33218 w 1503729"/>
              <a:gd name="connsiteY7" fmla="*/ 808204 h 1133811"/>
              <a:gd name="connsiteX8" fmla="*/ 0 w 1503729"/>
              <a:gd name="connsiteY8" fmla="*/ 838393 h 1133811"/>
              <a:gd name="connsiteX9" fmla="*/ 0 w 1503729"/>
              <a:gd name="connsiteY9" fmla="*/ 61671 h 1133811"/>
              <a:gd name="connsiteX10" fmla="*/ 28102 w 1503729"/>
              <a:gd name="connsiteY10" fmla="*/ 51386 h 1133811"/>
              <a:gd name="connsiteX11" fmla="*/ 367996 w 1503729"/>
              <a:gd name="connsiteY11" fmla="*/ 0 h 1133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03729" h="1133811">
                <a:moveTo>
                  <a:pt x="367995" y="19"/>
                </a:moveTo>
                <a:cubicBezTo>
                  <a:pt x="917788" y="3008"/>
                  <a:pt x="1375686" y="394157"/>
                  <a:pt x="1481576" y="913359"/>
                </a:cubicBezTo>
                <a:lnTo>
                  <a:pt x="1503729" y="1133811"/>
                </a:lnTo>
                <a:lnTo>
                  <a:pt x="1371482" y="1133811"/>
                </a:lnTo>
                <a:lnTo>
                  <a:pt x="1275407" y="1118667"/>
                </a:lnTo>
                <a:cubicBezTo>
                  <a:pt x="757177" y="1010082"/>
                  <a:pt x="368000" y="550498"/>
                  <a:pt x="367995" y="19"/>
                </a:cubicBezTo>
                <a:close/>
                <a:moveTo>
                  <a:pt x="367996" y="0"/>
                </a:moveTo>
                <a:cubicBezTo>
                  <a:pt x="367996" y="315623"/>
                  <a:pt x="240061" y="601366"/>
                  <a:pt x="33218" y="808204"/>
                </a:cubicBezTo>
                <a:lnTo>
                  <a:pt x="0" y="838393"/>
                </a:lnTo>
                <a:lnTo>
                  <a:pt x="0" y="61671"/>
                </a:lnTo>
                <a:lnTo>
                  <a:pt x="28102" y="51386"/>
                </a:lnTo>
                <a:cubicBezTo>
                  <a:pt x="135475" y="17991"/>
                  <a:pt x="249634" y="0"/>
                  <a:pt x="367996" y="0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  <a:alpha val="20000"/>
            </a:schemeClr>
          </a:solidFill>
          <a:ln w="4154" cap="flat">
            <a:noFill/>
            <a:prstDash val="solid"/>
            <a:miter/>
          </a:ln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3" name="Text Placeholder 92">
            <a:extLst>
              <a:ext uri="{FF2B5EF4-FFF2-40B4-BE49-F238E27FC236}">
                <a16:creationId xmlns:a16="http://schemas.microsoft.com/office/drawing/2014/main" id="{0A4A3873-48BC-94DF-6006-FC7F81660A5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401353" y="0"/>
            <a:ext cx="3790647" cy="1143002"/>
          </a:xfrm>
          <a:custGeom>
            <a:avLst/>
            <a:gdLst>
              <a:gd name="connsiteX0" fmla="*/ 3790647 w 3790647"/>
              <a:gd name="connsiteY0" fmla="*/ 304585 h 1143002"/>
              <a:gd name="connsiteX1" fmla="*/ 3790647 w 3790647"/>
              <a:gd name="connsiteY1" fmla="*/ 1081329 h 1143002"/>
              <a:gd name="connsiteX2" fmla="*/ 3762543 w 3790647"/>
              <a:gd name="connsiteY2" fmla="*/ 1091615 h 1143002"/>
              <a:gd name="connsiteX3" fmla="*/ 3422649 w 3790647"/>
              <a:gd name="connsiteY3" fmla="*/ 1143002 h 1143002"/>
              <a:gd name="connsiteX4" fmla="*/ 3757427 w 3790647"/>
              <a:gd name="connsiteY4" fmla="*/ 334777 h 1143002"/>
              <a:gd name="connsiteX5" fmla="*/ 2285997 w 3790647"/>
              <a:gd name="connsiteY5" fmla="*/ 17 h 1143002"/>
              <a:gd name="connsiteX6" fmla="*/ 3422650 w 3790647"/>
              <a:gd name="connsiteY6" fmla="*/ 1142983 h 1143002"/>
              <a:gd name="connsiteX7" fmla="*/ 2285997 w 3790647"/>
              <a:gd name="connsiteY7" fmla="*/ 17 h 1143002"/>
              <a:gd name="connsiteX8" fmla="*/ 0 w 3790647"/>
              <a:gd name="connsiteY8" fmla="*/ 17 h 1143002"/>
              <a:gd name="connsiteX9" fmla="*/ 1136650 w 3790647"/>
              <a:gd name="connsiteY9" fmla="*/ 1142983 h 1143002"/>
              <a:gd name="connsiteX10" fmla="*/ 0 w 3790647"/>
              <a:gd name="connsiteY10" fmla="*/ 17 h 1143002"/>
              <a:gd name="connsiteX11" fmla="*/ 2279650 w 3790647"/>
              <a:gd name="connsiteY11" fmla="*/ 0 h 1143002"/>
              <a:gd name="connsiteX12" fmla="*/ 1136650 w 3790647"/>
              <a:gd name="connsiteY12" fmla="*/ 1143002 h 1143002"/>
              <a:gd name="connsiteX13" fmla="*/ 2279650 w 3790647"/>
              <a:gd name="connsiteY13" fmla="*/ 0 h 1143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790647" h="1143002">
                <a:moveTo>
                  <a:pt x="3790647" y="304585"/>
                </a:moveTo>
                <a:lnTo>
                  <a:pt x="3790647" y="1081329"/>
                </a:lnTo>
                <a:lnTo>
                  <a:pt x="3762543" y="1091615"/>
                </a:lnTo>
                <a:cubicBezTo>
                  <a:pt x="3655170" y="1125011"/>
                  <a:pt x="3541011" y="1143002"/>
                  <a:pt x="3422649" y="1143002"/>
                </a:cubicBezTo>
                <a:cubicBezTo>
                  <a:pt x="3422649" y="827371"/>
                  <a:pt x="3550584" y="541620"/>
                  <a:pt x="3757427" y="334777"/>
                </a:cubicBezTo>
                <a:close/>
                <a:moveTo>
                  <a:pt x="2285997" y="17"/>
                </a:moveTo>
                <a:cubicBezTo>
                  <a:pt x="2914332" y="3435"/>
                  <a:pt x="3422644" y="513848"/>
                  <a:pt x="3422650" y="1142983"/>
                </a:cubicBezTo>
                <a:cubicBezTo>
                  <a:pt x="2794315" y="1139567"/>
                  <a:pt x="2286006" y="629153"/>
                  <a:pt x="2285997" y="17"/>
                </a:cubicBezTo>
                <a:close/>
                <a:moveTo>
                  <a:pt x="0" y="17"/>
                </a:moveTo>
                <a:cubicBezTo>
                  <a:pt x="628334" y="3435"/>
                  <a:pt x="1136644" y="513848"/>
                  <a:pt x="1136650" y="1142983"/>
                </a:cubicBezTo>
                <a:cubicBezTo>
                  <a:pt x="508316" y="1139567"/>
                  <a:pt x="9" y="629153"/>
                  <a:pt x="0" y="17"/>
                </a:cubicBezTo>
                <a:close/>
                <a:moveTo>
                  <a:pt x="2279650" y="0"/>
                </a:moveTo>
                <a:cubicBezTo>
                  <a:pt x="2279650" y="631263"/>
                  <a:pt x="1767910" y="1143002"/>
                  <a:pt x="1136650" y="1143002"/>
                </a:cubicBezTo>
                <a:cubicBezTo>
                  <a:pt x="1136650" y="511739"/>
                  <a:pt x="1648390" y="0"/>
                  <a:pt x="2279650" y="0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  <a:alpha val="20000"/>
            </a:schemeClr>
          </a:solidFill>
          <a:ln w="4154" cap="flat">
            <a:noFill/>
            <a:prstDash val="solid"/>
            <a:miter/>
          </a:ln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20" name="Graphic 119">
            <a:extLst>
              <a:ext uri="{FF2B5EF4-FFF2-40B4-BE49-F238E27FC236}">
                <a16:creationId xmlns:a16="http://schemas.microsoft.com/office/drawing/2014/main" id="{9C01A786-0C1A-6C4A-1466-1AE233D142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8908" b="83148"/>
          <a:stretch/>
        </p:blipFill>
        <p:spPr>
          <a:xfrm>
            <a:off x="8401354" y="12700"/>
            <a:ext cx="3790646" cy="115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9718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0059F316-9319-477C-3BD8-C3B19F248AF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7659"/>
          <a:stretch/>
        </p:blipFill>
        <p:spPr>
          <a:xfrm>
            <a:off x="10687350" y="12700"/>
            <a:ext cx="1504649" cy="6858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AEF98D51-D262-470D-2214-A8A0EDB736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4584700"/>
            <a:ext cx="1504649" cy="2286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3480B83D-EEC7-5C2D-9338-841D005457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69BE97B1-E4D2-AA2A-1E85-0D59873513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F227120C-DBC1-2EDA-E58C-E1DAD7E550F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3FDA3437-5725-1727-4B8A-FCE59556193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35C8D2AF-CEDF-4131-723C-91569E90C29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2862072" cy="447992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Aft>
                <a:spcPts val="1800"/>
              </a:spcAft>
              <a:buSzPct val="100000"/>
              <a:buNone/>
              <a:defRPr sz="2000" b="1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1456" y="1536827"/>
            <a:ext cx="5650992" cy="4480560"/>
          </a:xfrm>
        </p:spPr>
        <p:txBody>
          <a:bodyPr>
            <a:normAutofit/>
          </a:bodyPr>
          <a:lstStyle>
            <a:lvl1pPr marL="457200" indent="-4572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  <a:buFont typeface="+mj-lt"/>
              <a:buAutoNum type="arabicPeriod"/>
              <a:defRPr sz="2000"/>
            </a:lvl1pPr>
            <a:lvl2pPr marL="914400" indent="-457200">
              <a:buSzPct val="100000"/>
              <a:buFont typeface="+mj-lt"/>
              <a:buAutoNum type="alphaLcPeriod"/>
              <a:defRPr sz="2000"/>
            </a:lvl2pPr>
            <a:lvl3pPr marL="1371600" indent="-457200">
              <a:buSzPct val="100000"/>
              <a:buFont typeface="+mj-lt"/>
              <a:buAutoNum type="romanLcPeriod"/>
              <a:defRPr sz="1800"/>
            </a:lvl3pPr>
            <a:lvl4pPr marL="1828800" indent="-457200">
              <a:buSzPct val="100000"/>
              <a:buFont typeface="+mj-lt"/>
              <a:buAutoNum type="arabicParenR"/>
              <a:defRPr sz="1800"/>
            </a:lvl4pPr>
            <a:lvl5pPr marL="2286000" indent="-457200">
              <a:buSzPct val="100000"/>
              <a:buFont typeface="+mj-lt"/>
              <a:buAutoNum type="alphaLcParenR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460799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610FBCDE-EE59-33A6-32CA-9F6279AA43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12700"/>
            <a:ext cx="12192000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45A58EF-738C-B1BA-F49A-84ADB68F8A8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49858"/>
          <a:stretch/>
        </p:blipFill>
        <p:spPr>
          <a:xfrm>
            <a:off x="8401354" y="9452"/>
            <a:ext cx="2286000" cy="114624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7F78E2C-6843-1373-E993-79393D85843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49858"/>
          <a:stretch/>
        </p:blipFill>
        <p:spPr>
          <a:xfrm>
            <a:off x="10687351" y="9452"/>
            <a:ext cx="1504649" cy="1146248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559DD38-C8CC-7B28-F492-ACB263A8147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8DEFF3B2-90E8-5D9B-CEA8-00B05000BF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13" name="Title 123">
            <a:extLst>
              <a:ext uri="{FF2B5EF4-FFF2-40B4-BE49-F238E27FC236}">
                <a16:creationId xmlns:a16="http://schemas.microsoft.com/office/drawing/2014/main" id="{0B9C7C4B-FC2C-5D51-5679-3D5ED8518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3" y="832104"/>
            <a:ext cx="10479088" cy="2587625"/>
          </a:xfrm>
        </p:spPr>
        <p:txBody>
          <a:bodyPr anchor="t"/>
          <a:lstStyle>
            <a:lvl1pPr>
              <a:lnSpc>
                <a:spcPct val="75000"/>
              </a:lnSpc>
              <a:defRPr sz="8000" b="0" spc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79F5B69-7199-E3E6-5554-6CC2207D48E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41375" y="3705309"/>
            <a:ext cx="10479088" cy="2587625"/>
          </a:xfrm>
        </p:spPr>
        <p:txBody>
          <a:bodyPr/>
          <a:lstStyle>
            <a:lvl1pPr marL="0" indent="0">
              <a:lnSpc>
                <a:spcPct val="130000"/>
              </a:lnSpc>
              <a:spcAft>
                <a:spcPts val="1000"/>
              </a:spcAft>
              <a:buNone/>
              <a:defRPr b="1" i="0" cap="all" spc="3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309312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90F41A2-6535-4CA6-81E4-026A5B56D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29200" cy="43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3AB95C-7DD4-4796-80E4-1B7466A2A0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152000"/>
            <a:ext cx="11329200" cy="50392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879C91-B77F-4273-9A27-A3535FB889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2000" y="6365893"/>
            <a:ext cx="4114800" cy="22671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5F7E44-8ABB-4ABE-998C-AFEFE7AA05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7936" y="6385422"/>
            <a:ext cx="843264" cy="288000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algn="r">
              <a:defRPr lang="en-ZA" sz="1000" b="0" smtClean="0">
                <a:solidFill>
                  <a:sysClr val="windowText" lastClr="000000"/>
                </a:solidFill>
              </a:defRPr>
            </a:lvl1pPr>
          </a:lstStyle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6163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ZA" sz="3200" b="1" kern="1200" spc="-150" dirty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90000"/>
        </a:lnSpc>
        <a:spcBef>
          <a:spcPts val="0"/>
        </a:spcBef>
        <a:spcAft>
          <a:spcPts val="1800"/>
        </a:spcAft>
        <a:buSzPct val="75000"/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3152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09728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46304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82880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F917E-922A-1054-6306-D37C378F1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/>
          <a:lstStyle/>
          <a:p>
            <a:r>
              <a:rPr lang="en-US" dirty="0"/>
              <a:t>Samad, Guandong, and Tyler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3D50B0-02F8-A1E6-8A67-C0B7034A47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10479215" cy="4480560"/>
          </a:xfrm>
        </p:spPr>
        <p:txBody>
          <a:bodyPr/>
          <a:lstStyle/>
          <a:p>
            <a:r>
              <a:rPr lang="en-US" dirty="0"/>
              <a:t>Brain Stimulator Progress Update</a:t>
            </a:r>
          </a:p>
          <a:p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68161A87-95F0-1243-3F19-62B7C444C80A}"/>
                  </a:ext>
                </a:extLst>
              </p14:cNvPr>
              <p14:cNvContentPartPr/>
              <p14:nvPr/>
            </p14:nvContentPartPr>
            <p14:xfrm>
              <a:off x="11566767" y="1367215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68161A87-95F0-1243-3F19-62B7C444C80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558127" y="1358215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169996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6923F-2B95-8D5A-8578-DBC0FC0DC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/>
          <a:lstStyle/>
          <a:p>
            <a:r>
              <a:rPr lang="en-US" dirty="0"/>
              <a:t>Problem Description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FF7AA9-7C16-A939-67C8-DF700FEF7D8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076688" cy="447992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Make a device that can generate waveforms of precise frequency and current to stimulate deep parts of the brain using electrodes.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EA6BC-F3A8-6DDC-F1F8-6348F54E8B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917936" y="6385422"/>
            <a:ext cx="843264" cy="288000"/>
          </a:xfrm>
        </p:spPr>
        <p:txBody>
          <a:bodyPr/>
          <a:lstStyle/>
          <a:p>
            <a:fld id="{B67B645E-C5E5-4727-B977-D372A0AA71D9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26346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EB587-29DC-E824-8689-36BC048BE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Events from Last Week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6F6BA8-0572-5BBA-D1BD-8EEF0B5F330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076688" cy="4479925"/>
          </a:xfrm>
        </p:spPr>
        <p:txBody>
          <a:bodyPr/>
          <a:lstStyle/>
          <a:p>
            <a:r>
              <a:rPr lang="en-US" dirty="0"/>
              <a:t>Battery came in (And tested?)</a:t>
            </a:r>
          </a:p>
          <a:p>
            <a:r>
              <a:rPr lang="en-US" dirty="0"/>
              <a:t>Lots of boards</a:t>
            </a:r>
          </a:p>
          <a:p>
            <a:r>
              <a:rPr lang="en-US" dirty="0"/>
              <a:t>DDS Verification (</a:t>
            </a:r>
            <a:r>
              <a:rPr lang="en-US" dirty="0">
                <a:sym typeface="Wingdings" panose="05000000000000000000" pitchFamily="2" charset="2"/>
              </a:rPr>
              <a:t>)</a:t>
            </a:r>
          </a:p>
          <a:p>
            <a:r>
              <a:rPr lang="en-US" dirty="0">
                <a:sym typeface="Wingdings" panose="05000000000000000000" pitchFamily="2" charset="2"/>
              </a:rPr>
              <a:t>Change of direction for output generation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4E045F-0937-10B0-D71D-D22F80DC65B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1408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06A8DE-5916-C81A-CB91-AEA9AB2BF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Battery Updates</a:t>
            </a:r>
          </a:p>
        </p:txBody>
      </p:sp>
      <p:pic>
        <p:nvPicPr>
          <p:cNvPr id="6" name="Content Placeholder 5" descr="A person connecting wires to a circuit board&#10;&#10;AI-generated content may be incorrect.">
            <a:extLst>
              <a:ext uri="{FF2B5EF4-FFF2-40B4-BE49-F238E27FC236}">
                <a16:creationId xmlns:a16="http://schemas.microsoft.com/office/drawing/2014/main" id="{CD5F9C93-EE54-6C3B-999F-C81D14A681A6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4585891" y="1536827"/>
            <a:ext cx="3359943" cy="4479925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CB9FA3-F1E9-B9F2-7F51-46C3A0801FE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74798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CE383-36B3-6112-B61E-5B8F83655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Flyback Updates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D33DB6-FEDF-A04C-BAC3-7C4487FD78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2B16D4-A9E2-4A43-382A-D4E585ECC8F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15789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3C611-5B79-FFE4-35B2-367640840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DC-DC Converter</a:t>
            </a:r>
          </a:p>
        </p:txBody>
      </p:sp>
      <p:pic>
        <p:nvPicPr>
          <p:cNvPr id="6" name="Content Placeholder 5" descr="A computer chip on a grey surface&#10;&#10;AI-generated content may be incorrect.">
            <a:extLst>
              <a:ext uri="{FF2B5EF4-FFF2-40B4-BE49-F238E27FC236}">
                <a16:creationId xmlns:a16="http://schemas.microsoft.com/office/drawing/2014/main" id="{CF13FD14-684D-9534-ADD5-4602E42C32A9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1057719" y="1399032"/>
            <a:ext cx="10076561" cy="519989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6147E8-EEEA-FD84-15A1-473A5147146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56696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B902B-18B1-0E6F-AC82-6E7526AB4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Schematic Updates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C385E9-846C-2E2A-9424-FADD9357194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9" name="Content Placeholder 8" descr="A diagram of a computer&#10;&#10;AI-generated content may be incorrect.">
            <a:extLst>
              <a:ext uri="{FF2B5EF4-FFF2-40B4-BE49-F238E27FC236}">
                <a16:creationId xmlns:a16="http://schemas.microsoft.com/office/drawing/2014/main" id="{969B255B-7C46-2ADC-0936-FB7C101304C7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5245175" y="243396"/>
            <a:ext cx="6556375" cy="3231132"/>
          </a:xfrm>
        </p:spPr>
      </p:pic>
      <p:pic>
        <p:nvPicPr>
          <p:cNvPr id="11" name="Picture 10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B72AEB26-3C0B-E2B5-1B7D-E4C39C9B6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813" y="2559482"/>
            <a:ext cx="7952159" cy="3905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63502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5E7465-FF12-8771-90E3-D8C845912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678FE5-7D3E-F458-7C2D-01B4074A6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Revised Breakout 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4CE310-BB05-4BAD-9325-E1F6B1F6028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076688" cy="447992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What went wrong?</a:t>
            </a:r>
          </a:p>
          <a:p>
            <a:r>
              <a:rPr lang="en-US" dirty="0"/>
              <a:t>Order of power-up not controlled</a:t>
            </a:r>
          </a:p>
          <a:p>
            <a:r>
              <a:rPr lang="en-US" dirty="0"/>
              <a:t>Crystal not oscillating</a:t>
            </a:r>
          </a:p>
          <a:p>
            <a:r>
              <a:rPr lang="en-US" dirty="0"/>
              <a:t>Pulling 50mA current (Not terrible, but where is it going?)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D84B4E-260A-8EAB-98A9-C6E37125EFF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72147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23F39-3C6A-2B4E-928F-BED046E14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3AA748-F103-31CB-9B10-54013566C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Revised Breakout Board Layout</a:t>
            </a:r>
          </a:p>
        </p:txBody>
      </p:sp>
      <p:pic>
        <p:nvPicPr>
          <p:cNvPr id="6" name="Content Placeholder 5" descr="A green circuit board with many small yellow dots and white circles&#10;&#10;AI-generated content may be incorrect.">
            <a:extLst>
              <a:ext uri="{FF2B5EF4-FFF2-40B4-BE49-F238E27FC236}">
                <a16:creationId xmlns:a16="http://schemas.microsoft.com/office/drawing/2014/main" id="{157E9863-4D5E-6051-1EF9-7D2589B086F0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3218921" y="1550819"/>
            <a:ext cx="5937779" cy="4834603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886D7A-5DE9-1B76-640C-8616241AC5A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55504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65765-9AD9-D0F3-3935-E61A2A115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ADC Breakout 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D6FCAE-DC7C-077D-797B-3ACC9CBBDA8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076688" cy="4479925"/>
          </a:xfrm>
        </p:spPr>
        <p:txBody>
          <a:bodyPr/>
          <a:lstStyle/>
          <a:p>
            <a:r>
              <a:rPr lang="en-US" dirty="0"/>
              <a:t>Test isolated power rail</a:t>
            </a:r>
          </a:p>
          <a:p>
            <a:r>
              <a:rPr lang="en-US" dirty="0"/>
              <a:t>Ensure accurate readings given current</a:t>
            </a:r>
          </a:p>
          <a:p>
            <a:r>
              <a:rPr lang="en-US" dirty="0"/>
              <a:t>Work on software support for ADC</a:t>
            </a:r>
          </a:p>
          <a:p>
            <a:r>
              <a:rPr lang="en-US" dirty="0"/>
              <a:t>Feedback loop for output current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A25E4D-0C19-CF84-7728-5B309132D7E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25391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C8AC3-807C-62C8-5224-1854B81EEF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6C6CA4-C0D1-4555-D2B3-7FA045915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>
            <a:normAutofit/>
          </a:bodyPr>
          <a:lstStyle/>
          <a:p>
            <a:r>
              <a:rPr lang="en-US" dirty="0"/>
              <a:t>ADC Breakout board Layout</a:t>
            </a:r>
          </a:p>
        </p:txBody>
      </p:sp>
      <p:pic>
        <p:nvPicPr>
          <p:cNvPr id="6" name="Content Placeholder 5" descr="A green circuit board with many small chips&#10;&#10;AI-generated content may be incorrect.">
            <a:extLst>
              <a:ext uri="{FF2B5EF4-FFF2-40B4-BE49-F238E27FC236}">
                <a16:creationId xmlns:a16="http://schemas.microsoft.com/office/drawing/2014/main" id="{8B9390A1-5373-A9D7-F219-6D8DBAED310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3992562" y="1365126"/>
            <a:ext cx="4206875" cy="412774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C6952B-23AF-5ED9-5150-234D2C76938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917936" y="6385422"/>
            <a:ext cx="843264" cy="2880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67B645E-C5E5-4727-B977-D372A0AA71D9}" type="slidenum">
              <a:rPr lang="en-US" smtClean="0"/>
              <a:pPr>
                <a:spcAft>
                  <a:spcPts val="600"/>
                </a:spcAft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3819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948A8-F29C-F927-B681-BA4E85BF1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Switch to Four Small DDS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A7816C-28ED-63DB-CB3B-F43A9840EEC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479024" cy="4479925"/>
          </a:xfrm>
        </p:spPr>
        <p:txBody>
          <a:bodyPr/>
          <a:lstStyle/>
          <a:p>
            <a:r>
              <a:rPr lang="en-US" dirty="0"/>
              <a:t>Big DDS great in theory because it has a lot of features, bad in practice because it has a lot of features (over-</a:t>
            </a:r>
            <a:r>
              <a:rPr lang="en-US" dirty="0" err="1"/>
              <a:t>speced</a:t>
            </a:r>
            <a:r>
              <a:rPr lang="en-US" dirty="0"/>
              <a:t>)</a:t>
            </a:r>
          </a:p>
          <a:p>
            <a:r>
              <a:rPr lang="en-US" dirty="0"/>
              <a:t>Smaller DDS have more voltage focus</a:t>
            </a:r>
          </a:p>
          <a:p>
            <a:r>
              <a:rPr lang="en-US" dirty="0"/>
              <a:t>DDS are expensive, but reduce load on the MCU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650EE2-84B5-C4CA-450E-5C0A3AB523B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51987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DB56A-EFC3-295C-8C50-6E451A84F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DDS Breakout Board</a:t>
            </a:r>
          </a:p>
        </p:txBody>
      </p:sp>
      <p:pic>
        <p:nvPicPr>
          <p:cNvPr id="6" name="Content Placeholder 5" descr="A green circuit board with white text&#10;&#10;AI-generated content may be incorrect.">
            <a:extLst>
              <a:ext uri="{FF2B5EF4-FFF2-40B4-BE49-F238E27FC236}">
                <a16:creationId xmlns:a16="http://schemas.microsoft.com/office/drawing/2014/main" id="{B107CD61-9101-1349-9D76-551746A49B42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3444106" y="1189037"/>
            <a:ext cx="5303787" cy="4479925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6D5664-4773-67A3-2574-9D02515837D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59934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760E7-D27A-1C0A-6CD5-364C193F6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Budget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99354B-C796-1926-1CEE-088B8D9B86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Current Expenses :</a:t>
            </a:r>
          </a:p>
          <a:p>
            <a:r>
              <a:rPr lang="en-US" dirty="0"/>
              <a:t>DDS Test Board: $33</a:t>
            </a:r>
          </a:p>
          <a:p>
            <a:r>
              <a:rPr lang="en-US" dirty="0"/>
              <a:t>Component Order: $140</a:t>
            </a:r>
          </a:p>
          <a:p>
            <a:r>
              <a:rPr lang="en-US" dirty="0"/>
              <a:t>Battery Order: $44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Total</a:t>
            </a:r>
            <a:r>
              <a:rPr lang="en-US"/>
              <a:t>: $217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EC9821-24B7-EE51-078D-0B7963AC20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10953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8C769-9D59-F201-C33F-7A9E3BF26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Updated BOM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8F2340C0-0ECF-4FC4-DDB5-496D8F3A6DA0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98853" y="1805566"/>
            <a:ext cx="10194294" cy="421118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0C4333-0EC0-91D6-15EF-53B3BFFE2C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95086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7F160B-AF27-B7B9-795A-6950EC477D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 so far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1F76C4-2D7C-3DF9-F61F-30FCC2A901E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076688" cy="4479925"/>
          </a:xfrm>
        </p:spPr>
        <p:txBody>
          <a:bodyPr/>
          <a:lstStyle/>
          <a:p>
            <a:r>
              <a:rPr lang="en-US" dirty="0"/>
              <a:t>Space is extremely limited</a:t>
            </a:r>
          </a:p>
          <a:p>
            <a:r>
              <a:rPr lang="en-US" dirty="0"/>
              <a:t>Some components are hard to find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C54A4F-408F-2AE8-E17D-8D70EF316C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94177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8EF87-E3BB-A226-DCCF-2D45CE9BE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Immediate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4E9115-94A4-A2F8-8B11-947907F62B4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479024" cy="4479925"/>
          </a:xfrm>
        </p:spPr>
        <p:txBody>
          <a:bodyPr/>
          <a:lstStyle/>
          <a:p>
            <a:r>
              <a:rPr lang="en-US" dirty="0"/>
              <a:t>Layout completed rooms</a:t>
            </a:r>
          </a:p>
          <a:p>
            <a:r>
              <a:rPr lang="en-US" dirty="0"/>
              <a:t>Get flyback stuff working</a:t>
            </a:r>
          </a:p>
          <a:p>
            <a:r>
              <a:rPr lang="en-US" dirty="0"/>
              <a:t>Battery</a:t>
            </a:r>
          </a:p>
          <a:p>
            <a:r>
              <a:rPr lang="en-US" dirty="0"/>
              <a:t>ADC software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5C2303-290B-35FB-A4CD-104764401AD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22171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27">
            <a:extLst>
              <a:ext uri="{FF2B5EF4-FFF2-40B4-BE49-F238E27FC236}">
                <a16:creationId xmlns:a16="http://schemas.microsoft.com/office/drawing/2014/main" id="{CC25EE42-B3D5-AD1E-48BE-54CEFF2E3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Questions/Feedback</a:t>
            </a:r>
          </a:p>
        </p:txBody>
      </p:sp>
    </p:spTree>
    <p:extLst>
      <p:ext uri="{BB962C8B-B14F-4D97-AF65-F5344CB8AC3E}">
        <p14:creationId xmlns:p14="http://schemas.microsoft.com/office/powerpoint/2010/main" val="1988437062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TM66835393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5BC7E"/>
      </a:accent1>
      <a:accent2>
        <a:srgbClr val="FFC330"/>
      </a:accent2>
      <a:accent3>
        <a:srgbClr val="BE80FF"/>
      </a:accent3>
      <a:accent4>
        <a:srgbClr val="FF8345"/>
      </a:accent4>
      <a:accent5>
        <a:srgbClr val="FF70BF"/>
      </a:accent5>
      <a:accent6>
        <a:srgbClr val="60A2F5"/>
      </a:accent6>
      <a:hlink>
        <a:srgbClr val="5C4EDC"/>
      </a:hlink>
      <a:folHlink>
        <a:srgbClr val="7FC5FF"/>
      </a:folHlink>
    </a:clrScheme>
    <a:fontScheme name="Custom 32">
      <a:majorFont>
        <a:latin typeface="Aptos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18000">
              <a:schemeClr val="accent1">
                <a:lumMod val="5000"/>
                <a:lumOff val="95000"/>
              </a:schemeClr>
            </a:gs>
            <a:gs pos="100000">
              <a:schemeClr val="accent3">
                <a:alpha val="71000"/>
              </a:schemeClr>
            </a:gs>
          </a:gsLst>
          <a:path path="circle">
            <a:fillToRect l="100000" b="100000"/>
          </a:path>
          <a:tileRect t="-100000" r="-100000"/>
        </a:gradFill>
        <a:ln>
          <a:noFill/>
        </a:ln>
        <a:effectLst>
          <a:outerShdw blurRad="330200" dist="304800" dir="5400000" algn="t" rotWithShape="0">
            <a:prstClr val="black">
              <a:alpha val="39000"/>
            </a:prstClr>
          </a:outerShdw>
        </a:effectLst>
      </a:spPr>
      <a:bodyPr rtlCol="0" anchor="ctr"/>
      <a:lstStyle>
        <a:defPPr algn="ctr">
          <a:defRPr>
            <a:solidFill>
              <a:schemeClr val="lt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M66835393_win32_SD_v3" id="{4170EB69-3ACE-4C18-BE4C-C6CBD8BF8A79}" vid="{8A480AB3-AE5D-4813-AA67-ADACC5EA6C3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9" ma:contentTypeDescription="Create a new document." ma:contentTypeScope="" ma:versionID="6a914531ae0f23be31da2eba1f3b42a9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ae00154c9e66547f022c4923f88826d6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</documentManagement>
</p:properties>
</file>

<file path=customXml/itemProps1.xml><?xml version="1.0" encoding="utf-8"?>
<ds:datastoreItem xmlns:ds="http://schemas.openxmlformats.org/officeDocument/2006/customXml" ds:itemID="{55E72E99-0076-433E-AD3A-575A11FAB73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8837B91-4329-4308-94DA-BB811B5F309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B247F30-5811-40C0-99EC-CF53200590BE}">
  <ds:schemaRefs>
    <ds:schemaRef ds:uri="230e9df3-be65-4c73-a93b-d1236ebd677e"/>
    <ds:schemaRef ds:uri="71af3243-3dd4-4a8d-8c0d-dd76da1f02a5"/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Corporate colors presentation</Template>
  <TotalTime>323</TotalTime>
  <Words>248</Words>
  <Application>Microsoft Office PowerPoint</Application>
  <PresentationFormat>Widescreen</PresentationFormat>
  <Paragraphs>63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Aptos</vt:lpstr>
      <vt:lpstr>Aptos Light</vt:lpstr>
      <vt:lpstr>Arial</vt:lpstr>
      <vt:lpstr>Calibri</vt:lpstr>
      <vt:lpstr>Wingdings</vt:lpstr>
      <vt:lpstr>Custom</vt:lpstr>
      <vt:lpstr>Samad, Guandong, and Tyler </vt:lpstr>
      <vt:lpstr>Problem Description</vt:lpstr>
      <vt:lpstr>Key Events from Last Week</vt:lpstr>
      <vt:lpstr>Battery Updates</vt:lpstr>
      <vt:lpstr>Flyback Updates</vt:lpstr>
      <vt:lpstr>DC-DC Converter</vt:lpstr>
      <vt:lpstr>Schematic Updates</vt:lpstr>
      <vt:lpstr>Revised Breakout Board</vt:lpstr>
      <vt:lpstr>Revised Breakout Board Layout</vt:lpstr>
      <vt:lpstr>ADC Breakout Board</vt:lpstr>
      <vt:lpstr>ADC Breakout board Layout</vt:lpstr>
      <vt:lpstr>Switch to Four Small DDS</vt:lpstr>
      <vt:lpstr>DDS Breakout Board</vt:lpstr>
      <vt:lpstr>Budget</vt:lpstr>
      <vt:lpstr>Updated BOM</vt:lpstr>
      <vt:lpstr>Challenges so far</vt:lpstr>
      <vt:lpstr>Immediate Plan</vt:lpstr>
      <vt:lpstr>Questions/Feedback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Tyler White</dc:creator>
  <cp:lastModifiedBy>Samad Quryshi</cp:lastModifiedBy>
  <cp:revision>30</cp:revision>
  <dcterms:created xsi:type="dcterms:W3CDTF">2025-09-17T17:10:44Z</dcterms:created>
  <dcterms:modified xsi:type="dcterms:W3CDTF">2025-10-29T16:56:18Z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