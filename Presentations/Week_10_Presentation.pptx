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05" r:id="rId5"/>
    <p:sldId id="306" r:id="rId6"/>
    <p:sldId id="319" r:id="rId7"/>
    <p:sldId id="356" r:id="rId8"/>
    <p:sldId id="369" r:id="rId9"/>
    <p:sldId id="370" r:id="rId10"/>
    <p:sldId id="371" r:id="rId11"/>
    <p:sldId id="361" r:id="rId12"/>
    <p:sldId id="363" r:id="rId13"/>
    <p:sldId id="358" r:id="rId14"/>
    <p:sldId id="362" r:id="rId15"/>
    <p:sldId id="372" r:id="rId16"/>
    <p:sldId id="373" r:id="rId17"/>
    <p:sldId id="374" r:id="rId18"/>
    <p:sldId id="365" r:id="rId19"/>
    <p:sldId id="331" r:id="rId20"/>
    <p:sldId id="330" r:id="rId21"/>
    <p:sldId id="31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4" autoAdjust="0"/>
    <p:restoredTop sz="94682"/>
  </p:normalViewPr>
  <p:slideViewPr>
    <p:cSldViewPr snapToGrid="0">
      <p:cViewPr varScale="1">
        <p:scale>
          <a:sx n="70" d="100"/>
          <a:sy n="70" d="100"/>
        </p:scale>
        <p:origin x="672" y="64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7:35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11/5/2025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917E-922A-1054-6306-D37C378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Samad, Guandong, and Tyler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/>
          <a:p>
            <a:r>
              <a:rPr lang="en-US" dirty="0"/>
              <a:t>Brain Stimulator Progress Update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161A87-95F0-1243-3F19-62B7C444C80A}"/>
                  </a:ext>
                </a:extLst>
              </p14:cNvPr>
              <p14:cNvContentPartPr/>
              <p14:nvPr/>
            </p14:nvContentPartPr>
            <p14:xfrm>
              <a:off x="11566767" y="1367215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161A87-95F0-1243-3F19-62B7C444C8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58127" y="135821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923F-2B95-8D5A-8578-DBC0FC0D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Problem Description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F7AA9-7C16-A939-67C8-DF700FEF7D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Make a device that can generate waveforms of precise frequency and current to stimulate deep parts of the brain using electrodes.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EB587-29DC-E824-8689-36BC048BE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Events from 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F6BA8-0572-5BBA-D1BD-8EEF0B5F33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Schematic changes to accommodate new DDS</a:t>
            </a:r>
          </a:p>
          <a:p>
            <a:r>
              <a:rPr lang="en-US" dirty="0"/>
              <a:t>Added flyback converter to schematic</a:t>
            </a:r>
          </a:p>
          <a:p>
            <a:r>
              <a:rPr lang="en-US" dirty="0"/>
              <a:t>Flyback Breakout</a:t>
            </a:r>
          </a:p>
          <a:p>
            <a:r>
              <a:rPr lang="en-US" dirty="0"/>
              <a:t>Start of placement onto final PCB (Not routing until all placed)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E045F-0937-10B0-D71D-D22F80DC65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08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902B-18B1-0E6F-AC82-6E7526AB4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Updates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385E9-846C-2E2A-9424-FADD935719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Content Placeholder 6" descr="A diagram of a computer&#10;&#10;AI-generated content may be incorrect.">
            <a:extLst>
              <a:ext uri="{FF2B5EF4-FFF2-40B4-BE49-F238E27FC236}">
                <a16:creationId xmlns:a16="http://schemas.microsoft.com/office/drawing/2014/main" id="{46B6BCEB-7C83-B804-4CCB-C3E1A545229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669386" y="588410"/>
            <a:ext cx="6556375" cy="2041250"/>
          </a:xfrm>
        </p:spPr>
      </p:pic>
      <p:pic>
        <p:nvPicPr>
          <p:cNvPr id="10" name="Picture 9" descr="A diagram of a circuit&#10;&#10;AI-generated content may be incorrect.">
            <a:extLst>
              <a:ext uri="{FF2B5EF4-FFF2-40B4-BE49-F238E27FC236}">
                <a16:creationId xmlns:a16="http://schemas.microsoft.com/office/drawing/2014/main" id="{178AAD9A-906A-9098-88CA-60343F93F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89" y="3099674"/>
            <a:ext cx="7734970" cy="303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50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D40E9-FFC4-E95C-0DA7-8F7E2751C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FCCBF-5C4E-16D8-0ABF-C53343580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Updates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4C7EB-6CAA-A63A-88C2-5704BA844A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0F0541-57DD-2C0F-5B8D-95C9F324D0D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418921" y="1303943"/>
            <a:ext cx="6533795" cy="5146733"/>
          </a:xfrm>
        </p:spPr>
      </p:pic>
    </p:spTree>
    <p:extLst>
      <p:ext uri="{BB962C8B-B14F-4D97-AF65-F5344CB8AC3E}">
        <p14:creationId xmlns:p14="http://schemas.microsoft.com/office/powerpoint/2010/main" val="924624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3B480-5176-1B5F-792F-379FB3DAA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A1471-B840-BB5B-42B1-508B4335C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Updates </a:t>
            </a:r>
            <a:r>
              <a:rPr lang="en-US" dirty="0" err="1"/>
              <a:t>COntinued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70D1A-3B5B-6253-FD9A-6AA3497980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Content Placeholder 5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71D665A8-8B70-E04F-1EBE-98D89D3E411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86848" y="1699953"/>
            <a:ext cx="9510768" cy="3904739"/>
          </a:xfrm>
        </p:spPr>
      </p:pic>
    </p:spTree>
    <p:extLst>
      <p:ext uri="{BB962C8B-B14F-4D97-AF65-F5344CB8AC3E}">
        <p14:creationId xmlns:p14="http://schemas.microsoft.com/office/powerpoint/2010/main" val="2273214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5DCEA-2D78-6D09-B40C-B7A2F86B3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Justification for Audio Jacks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4D19F-2A22-7B06-E482-12ECAF8CDB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410028" cy="4479925"/>
          </a:xfrm>
        </p:spPr>
        <p:txBody>
          <a:bodyPr/>
          <a:lstStyle/>
          <a:p>
            <a:r>
              <a:rPr lang="en-US" dirty="0"/>
              <a:t>Readily available</a:t>
            </a:r>
          </a:p>
          <a:p>
            <a:r>
              <a:rPr lang="en-US" dirty="0"/>
              <a:t>Fast repair, requires no rework</a:t>
            </a:r>
          </a:p>
          <a:p>
            <a:r>
              <a:rPr lang="en-US" dirty="0"/>
              <a:t>Downside is might pop out and cause pain, will have to test</a:t>
            </a:r>
          </a:p>
          <a:p>
            <a:r>
              <a:rPr lang="en-US" dirty="0"/>
              <a:t>Space saving compared to banana jacks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24DA2-F5DF-4BC2-88B0-0AB4E6FF68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71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23F39-3C6A-2B4E-928F-BED046E14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AA748-F103-31CB-9B10-54013566C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Revised Breakout Board Layout</a:t>
            </a:r>
          </a:p>
        </p:txBody>
      </p:sp>
      <p:pic>
        <p:nvPicPr>
          <p:cNvPr id="6" name="Content Placeholder 5" descr="A green circuit board with many small yellow dots and white circles&#10;&#10;AI-generated content may be incorrect.">
            <a:extLst>
              <a:ext uri="{FF2B5EF4-FFF2-40B4-BE49-F238E27FC236}">
                <a16:creationId xmlns:a16="http://schemas.microsoft.com/office/drawing/2014/main" id="{157E9863-4D5E-6051-1EF9-7D2589B086F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218921" y="1550819"/>
            <a:ext cx="5937779" cy="483460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86D7A-5DE9-1B76-640C-8616241AC5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550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C8AC3-807C-62C8-5224-1854B81EE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6CA4-C0D1-4555-D2B3-7FA045915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>
            <a:normAutofit/>
          </a:bodyPr>
          <a:lstStyle/>
          <a:p>
            <a:r>
              <a:rPr lang="en-US" dirty="0"/>
              <a:t>ADC Breakout board Layout</a:t>
            </a:r>
          </a:p>
        </p:txBody>
      </p:sp>
      <p:pic>
        <p:nvPicPr>
          <p:cNvPr id="6" name="Content Placeholder 5" descr="A green circuit board with many small chips&#10;&#10;AI-generated content may be incorrect.">
            <a:extLst>
              <a:ext uri="{FF2B5EF4-FFF2-40B4-BE49-F238E27FC236}">
                <a16:creationId xmlns:a16="http://schemas.microsoft.com/office/drawing/2014/main" id="{8B9390A1-5373-A9D7-F219-6D8DBAED310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992562" y="1365126"/>
            <a:ext cx="4206875" cy="412774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6952B-23AF-5ED9-5150-234D2C7693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7B645E-C5E5-4727-B977-D372A0AA71D9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381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48A8-F29C-F927-B681-BA4E85BF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to Four Small DDS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7816C-28ED-63DB-CB3B-F43A9840EE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479024" cy="4479925"/>
          </a:xfrm>
        </p:spPr>
        <p:txBody>
          <a:bodyPr/>
          <a:lstStyle/>
          <a:p>
            <a:r>
              <a:rPr lang="en-US" dirty="0"/>
              <a:t>Big DDS great in theory because it has a lot of features, bad in practice because it has a lot of features (over-</a:t>
            </a:r>
            <a:r>
              <a:rPr lang="en-US" dirty="0" err="1"/>
              <a:t>speced</a:t>
            </a:r>
            <a:r>
              <a:rPr lang="en-US" dirty="0"/>
              <a:t>)</a:t>
            </a:r>
          </a:p>
          <a:p>
            <a:r>
              <a:rPr lang="en-US" dirty="0"/>
              <a:t>Smaller DDS have more voltage focus</a:t>
            </a:r>
          </a:p>
          <a:p>
            <a:r>
              <a:rPr lang="en-US" dirty="0"/>
              <a:t>DDS are expensive, but reduce load on the MCU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50EE2-84B5-C4CA-450E-5C0A3AB523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198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DB56A-EFC3-295C-8C50-6E451A84F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DDS Breakout Board</a:t>
            </a:r>
          </a:p>
        </p:txBody>
      </p:sp>
      <p:pic>
        <p:nvPicPr>
          <p:cNvPr id="6" name="Content Placeholder 5" descr="A green circuit board with white text&#10;&#10;AI-generated content may be incorrect.">
            <a:extLst>
              <a:ext uri="{FF2B5EF4-FFF2-40B4-BE49-F238E27FC236}">
                <a16:creationId xmlns:a16="http://schemas.microsoft.com/office/drawing/2014/main" id="{B107CD61-9101-1349-9D76-551746A49B4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444106" y="1189037"/>
            <a:ext cx="5303787" cy="447992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D5664-4773-67A3-2574-9D02515837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993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D1845-E26C-6985-878D-B130F8D09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Flyback Converter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E3B09-4F85-4E47-A0CD-7D14778130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479024" cy="4479925"/>
          </a:xfrm>
        </p:spPr>
        <p:txBody>
          <a:bodyPr/>
          <a:lstStyle/>
          <a:p>
            <a:r>
              <a:rPr lang="en-US" dirty="0"/>
              <a:t>Get +/-30 V rails</a:t>
            </a:r>
          </a:p>
          <a:p>
            <a:r>
              <a:rPr lang="en-US" dirty="0"/>
              <a:t>Incur some losses from two switching converters, almost unavoidable</a:t>
            </a:r>
          </a:p>
          <a:p>
            <a:r>
              <a:rPr lang="en-US" dirty="0"/>
              <a:t>Feed into final amplifier stage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A9979-A4D0-259B-FF77-0AFABBF2DA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370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06DDE-99E0-0E96-AFB6-05ACE51E9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Flyback Breakout</a:t>
            </a:r>
          </a:p>
        </p:txBody>
      </p:sp>
      <p:pic>
        <p:nvPicPr>
          <p:cNvPr id="6" name="Content Placeholder 5" descr="A green circuit board with black and grey objects&#10;&#10;AI-generated content may be incorrect.">
            <a:extLst>
              <a:ext uri="{FF2B5EF4-FFF2-40B4-BE49-F238E27FC236}">
                <a16:creationId xmlns:a16="http://schemas.microsoft.com/office/drawing/2014/main" id="{0128C25E-EBF4-F7AB-E5B7-2A6A6728C34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158942" y="1605015"/>
            <a:ext cx="7346662" cy="449423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D448A-253F-94C7-461E-1633F74C49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761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952B-DB24-BDD9-7748-20F9423AB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386"/>
            <a:ext cx="10479024" cy="557784"/>
          </a:xfrm>
        </p:spPr>
        <p:txBody>
          <a:bodyPr/>
          <a:lstStyle/>
          <a:p>
            <a:r>
              <a:rPr lang="en-US" dirty="0"/>
              <a:t>Programming interface for the ADC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D04729-9A3C-FA02-EEC9-97CC09B2041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093086" y="4410849"/>
            <a:ext cx="2636897" cy="236731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F2621-5064-54E3-00E0-804CA2FA99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CEBC9AB-2969-CB51-B53E-5984AF0E8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794" y="506902"/>
            <a:ext cx="4136138" cy="3880497"/>
          </a:xfrm>
          <a:prstGeom prst="rect">
            <a:avLst/>
          </a:prstGeom>
        </p:spPr>
      </p:pic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6200DAF-5339-9C51-E4D4-F73C485A8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43" y="530352"/>
            <a:ext cx="3897908" cy="4479925"/>
          </a:xfrm>
          <a:prstGeom prst="rect">
            <a:avLst/>
          </a:prstGeom>
        </p:spPr>
      </p:pic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207E472-4696-3CAD-D10C-38AA0DE8A5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769" y="530352"/>
            <a:ext cx="4423495" cy="537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3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760E7-D27A-1C0A-6CD5-364C193F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9354B-C796-1926-1CEE-088B8D9B86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Current Expenses :</a:t>
            </a:r>
          </a:p>
          <a:p>
            <a:r>
              <a:rPr lang="en-US" dirty="0"/>
              <a:t>DDS Test Board: $33</a:t>
            </a:r>
          </a:p>
          <a:p>
            <a:r>
              <a:rPr lang="en-US" dirty="0"/>
              <a:t>Component Order: $140</a:t>
            </a:r>
          </a:p>
          <a:p>
            <a:r>
              <a:rPr lang="en-US" dirty="0"/>
              <a:t>Battery Order: $44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Total</a:t>
            </a:r>
            <a:r>
              <a:rPr lang="en-US"/>
              <a:t>: $217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C9821-24B7-EE51-078D-0B7963AC20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095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F160B-AF27-B7B9-795A-6950EC47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F76C4-2D7C-3DF9-F61F-30FCC2A901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Space is extremely limited</a:t>
            </a:r>
          </a:p>
          <a:p>
            <a:pPr lvl="1"/>
            <a:r>
              <a:rPr lang="en-US" dirty="0"/>
              <a:t>How do we keep it under 100mm by 100mm?</a:t>
            </a:r>
          </a:p>
          <a:p>
            <a:r>
              <a:rPr lang="en-US" dirty="0"/>
              <a:t>Some components are hard to find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54A4F-408F-2AE8-E17D-8D70EF316C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417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8EF87-E3BB-A226-DCCF-2D45CE9BE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Immediate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E9115-94A4-A2F8-8B11-947907F62B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479024" cy="4479925"/>
          </a:xfrm>
        </p:spPr>
        <p:txBody>
          <a:bodyPr/>
          <a:lstStyle/>
          <a:p>
            <a:r>
              <a:rPr lang="en-US" dirty="0"/>
              <a:t>Assemble our breakouts</a:t>
            </a:r>
          </a:p>
          <a:p>
            <a:r>
              <a:rPr lang="en-US" dirty="0"/>
              <a:t>Tests subsections</a:t>
            </a:r>
          </a:p>
          <a:p>
            <a:r>
              <a:rPr lang="en-US" dirty="0"/>
              <a:t>Route laid out rooms to each other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C2303-290B-35FB-A4CD-104764401A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217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CC25EE42-B3D5-AD1E-48BE-54CEFF2E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Questions/Feedback</a:t>
            </a:r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Corporate colors presentation</Template>
  <TotalTime>357</TotalTime>
  <Words>272</Words>
  <Application>Microsoft Office PowerPoint</Application>
  <PresentationFormat>Widescreen</PresentationFormat>
  <Paragraphs>62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Light</vt:lpstr>
      <vt:lpstr>Arial</vt:lpstr>
      <vt:lpstr>Calibri</vt:lpstr>
      <vt:lpstr>Custom</vt:lpstr>
      <vt:lpstr>Samad, Guandong, and Tyler </vt:lpstr>
      <vt:lpstr>Problem Description</vt:lpstr>
      <vt:lpstr>Key Events from Last Week</vt:lpstr>
      <vt:lpstr>Schematic Updates</vt:lpstr>
      <vt:lpstr>Schematic Updates Continued</vt:lpstr>
      <vt:lpstr>Schematic Updates COntinued</vt:lpstr>
      <vt:lpstr>Justification for Audio Jacks</vt:lpstr>
      <vt:lpstr>Revised Breakout Board Layout</vt:lpstr>
      <vt:lpstr>ADC Breakout board Layout</vt:lpstr>
      <vt:lpstr>Switch to Four Small DDS</vt:lpstr>
      <vt:lpstr>DDS Breakout Board</vt:lpstr>
      <vt:lpstr>Flyback Converter</vt:lpstr>
      <vt:lpstr>Flyback Breakout</vt:lpstr>
      <vt:lpstr>Programming interface for the ADC</vt:lpstr>
      <vt:lpstr>Budget</vt:lpstr>
      <vt:lpstr>Challenges so far</vt:lpstr>
      <vt:lpstr>Immediate Plan</vt:lpstr>
      <vt:lpstr>Questions/Feedback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White</dc:creator>
  <cp:lastModifiedBy>Samad Q</cp:lastModifiedBy>
  <cp:revision>33</cp:revision>
  <dcterms:created xsi:type="dcterms:W3CDTF">2025-09-17T17:10:44Z</dcterms:created>
  <dcterms:modified xsi:type="dcterms:W3CDTF">2025-11-05T18:32:11Z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