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handoutMasterIdLst>
    <p:handoutMasterId r:id="rId4"/>
  </p:handoutMasterIdLst>
  <p:sldIdLst>
    <p:sldId id="256" r:id="rId2"/>
  </p:sldIdLst>
  <p:sldSz cx="39319200" cy="32918400"/>
  <p:notesSz cx="7315200" cy="9601200"/>
  <p:defaultTextStyle>
    <a:defPPr>
      <a:defRPr lang="en-US"/>
    </a:defPPr>
    <a:lvl1pPr algn="l" rtl="0" eaLnBrk="0" fontAlgn="base" hangingPunct="0">
      <a:spcBef>
        <a:spcPct val="0"/>
      </a:spcBef>
      <a:spcAft>
        <a:spcPct val="0"/>
      </a:spcAft>
      <a:defRPr sz="2587" kern="1200">
        <a:solidFill>
          <a:schemeClr val="tx1"/>
        </a:solidFill>
        <a:latin typeface="Times New Roman" panose="02020603050405020304" pitchFamily="18" charset="0"/>
        <a:ea typeface="MS PGothic" panose="020B0600070205080204" pitchFamily="34" charset="-128"/>
        <a:cs typeface="+mn-cs"/>
      </a:defRPr>
    </a:lvl1pPr>
    <a:lvl2pPr marL="422338" algn="l" rtl="0" eaLnBrk="0" fontAlgn="base" hangingPunct="0">
      <a:spcBef>
        <a:spcPct val="0"/>
      </a:spcBef>
      <a:spcAft>
        <a:spcPct val="0"/>
      </a:spcAft>
      <a:defRPr sz="2587" kern="1200">
        <a:solidFill>
          <a:schemeClr val="tx1"/>
        </a:solidFill>
        <a:latin typeface="Times New Roman" panose="02020603050405020304" pitchFamily="18" charset="0"/>
        <a:ea typeface="MS PGothic" panose="020B0600070205080204" pitchFamily="34" charset="-128"/>
        <a:cs typeface="+mn-cs"/>
      </a:defRPr>
    </a:lvl2pPr>
    <a:lvl3pPr marL="844674" algn="l" rtl="0" eaLnBrk="0" fontAlgn="base" hangingPunct="0">
      <a:spcBef>
        <a:spcPct val="0"/>
      </a:spcBef>
      <a:spcAft>
        <a:spcPct val="0"/>
      </a:spcAft>
      <a:defRPr sz="2587" kern="1200">
        <a:solidFill>
          <a:schemeClr val="tx1"/>
        </a:solidFill>
        <a:latin typeface="Times New Roman" panose="02020603050405020304" pitchFamily="18" charset="0"/>
        <a:ea typeface="MS PGothic" panose="020B0600070205080204" pitchFamily="34" charset="-128"/>
        <a:cs typeface="+mn-cs"/>
      </a:defRPr>
    </a:lvl3pPr>
    <a:lvl4pPr marL="1267013" algn="l" rtl="0" eaLnBrk="0" fontAlgn="base" hangingPunct="0">
      <a:spcBef>
        <a:spcPct val="0"/>
      </a:spcBef>
      <a:spcAft>
        <a:spcPct val="0"/>
      </a:spcAft>
      <a:defRPr sz="2587" kern="1200">
        <a:solidFill>
          <a:schemeClr val="tx1"/>
        </a:solidFill>
        <a:latin typeface="Times New Roman" panose="02020603050405020304" pitchFamily="18" charset="0"/>
        <a:ea typeface="MS PGothic" panose="020B0600070205080204" pitchFamily="34" charset="-128"/>
        <a:cs typeface="+mn-cs"/>
      </a:defRPr>
    </a:lvl4pPr>
    <a:lvl5pPr marL="1689349" algn="l" rtl="0" eaLnBrk="0" fontAlgn="base" hangingPunct="0">
      <a:spcBef>
        <a:spcPct val="0"/>
      </a:spcBef>
      <a:spcAft>
        <a:spcPct val="0"/>
      </a:spcAft>
      <a:defRPr sz="2587" kern="1200">
        <a:solidFill>
          <a:schemeClr val="tx1"/>
        </a:solidFill>
        <a:latin typeface="Times New Roman" panose="02020603050405020304" pitchFamily="18" charset="0"/>
        <a:ea typeface="MS PGothic" panose="020B0600070205080204" pitchFamily="34" charset="-128"/>
        <a:cs typeface="+mn-cs"/>
      </a:defRPr>
    </a:lvl5pPr>
    <a:lvl6pPr marL="2111686" algn="l" defTabSz="844674" rtl="0" eaLnBrk="1" latinLnBrk="0" hangingPunct="1">
      <a:defRPr sz="2587" kern="1200">
        <a:solidFill>
          <a:schemeClr val="tx1"/>
        </a:solidFill>
        <a:latin typeface="Times New Roman" panose="02020603050405020304" pitchFamily="18" charset="0"/>
        <a:ea typeface="MS PGothic" panose="020B0600070205080204" pitchFamily="34" charset="-128"/>
        <a:cs typeface="+mn-cs"/>
      </a:defRPr>
    </a:lvl6pPr>
    <a:lvl7pPr marL="2534023" algn="l" defTabSz="844674" rtl="0" eaLnBrk="1" latinLnBrk="0" hangingPunct="1">
      <a:defRPr sz="2587" kern="1200">
        <a:solidFill>
          <a:schemeClr val="tx1"/>
        </a:solidFill>
        <a:latin typeface="Times New Roman" panose="02020603050405020304" pitchFamily="18" charset="0"/>
        <a:ea typeface="MS PGothic" panose="020B0600070205080204" pitchFamily="34" charset="-128"/>
        <a:cs typeface="+mn-cs"/>
      </a:defRPr>
    </a:lvl7pPr>
    <a:lvl8pPr marL="2956361" algn="l" defTabSz="844674" rtl="0" eaLnBrk="1" latinLnBrk="0" hangingPunct="1">
      <a:defRPr sz="2587" kern="1200">
        <a:solidFill>
          <a:schemeClr val="tx1"/>
        </a:solidFill>
        <a:latin typeface="Times New Roman" panose="02020603050405020304" pitchFamily="18" charset="0"/>
        <a:ea typeface="MS PGothic" panose="020B0600070205080204" pitchFamily="34" charset="-128"/>
        <a:cs typeface="+mn-cs"/>
      </a:defRPr>
    </a:lvl8pPr>
    <a:lvl9pPr marL="3378698" algn="l" defTabSz="844674" rtl="0" eaLnBrk="1" latinLnBrk="0" hangingPunct="1">
      <a:defRPr sz="2587" kern="1200">
        <a:solidFill>
          <a:schemeClr val="tx1"/>
        </a:solidFill>
        <a:latin typeface="Times New Roman" panose="02020603050405020304" pitchFamily="18"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20544" userDrawn="1">
          <p15:clr>
            <a:srgbClr val="A4A3A4"/>
          </p15:clr>
        </p15:guide>
        <p15:guide id="2" pos="774"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5050C"/>
    <a:srgbClr val="0000FF"/>
    <a:srgbClr val="C00000"/>
    <a:srgbClr val="FF00FF"/>
    <a:srgbClr val="990000"/>
    <a:srgbClr val="9B0000"/>
    <a:srgbClr val="98002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835" autoAdjust="0"/>
    <p:restoredTop sz="93792" autoAdjust="0"/>
  </p:normalViewPr>
  <p:slideViewPr>
    <p:cSldViewPr>
      <p:cViewPr varScale="1">
        <p:scale>
          <a:sx n="20" d="100"/>
          <a:sy n="20" d="100"/>
        </p:scale>
        <p:origin x="1714" y="106"/>
      </p:cViewPr>
      <p:guideLst>
        <p:guide orient="horz" pos="20544"/>
        <p:guide pos="774"/>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84" d="100"/>
          <a:sy n="84" d="100"/>
        </p:scale>
        <p:origin x="3792" y="10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1026">
            <a:extLst>
              <a:ext uri="{FF2B5EF4-FFF2-40B4-BE49-F238E27FC236}">
                <a16:creationId xmlns:a16="http://schemas.microsoft.com/office/drawing/2014/main" id="{ED4F6629-4213-45F7-930E-494FF9FC87BC}"/>
              </a:ext>
            </a:extLst>
          </p:cNvPr>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square" lIns="89893" tIns="44946" rIns="89893" bIns="44946" numCol="1" anchor="t" anchorCtr="0" compatLnSpc="1">
            <a:prstTxWarp prst="textNoShape">
              <a:avLst/>
            </a:prstTxWarp>
          </a:bodyPr>
          <a:lstStyle>
            <a:lvl1pPr defTabSz="898525" eaLnBrk="1" hangingPunct="1">
              <a:defRPr sz="1200">
                <a:latin typeface="Times New Roman" charset="0"/>
                <a:ea typeface="MS PGothic" charset="0"/>
                <a:cs typeface="MS PGothic" charset="0"/>
              </a:defRPr>
            </a:lvl1pPr>
          </a:lstStyle>
          <a:p>
            <a:pPr>
              <a:defRPr/>
            </a:pPr>
            <a:endParaRPr lang="en-US"/>
          </a:p>
        </p:txBody>
      </p:sp>
      <p:sp>
        <p:nvSpPr>
          <p:cNvPr id="4099" name="Rectangle 1027">
            <a:extLst>
              <a:ext uri="{FF2B5EF4-FFF2-40B4-BE49-F238E27FC236}">
                <a16:creationId xmlns:a16="http://schemas.microsoft.com/office/drawing/2014/main" id="{819565CC-4DDF-45FA-911B-7AE79EAB1DB9}"/>
              </a:ext>
            </a:extLst>
          </p:cNvPr>
          <p:cNvSpPr>
            <a:spLocks noGrp="1" noChangeArrowheads="1"/>
          </p:cNvSpPr>
          <p:nvPr>
            <p:ph type="dt" sz="quarter" idx="1"/>
          </p:nvPr>
        </p:nvSpPr>
        <p:spPr bwMode="auto">
          <a:xfrm>
            <a:off x="4144963" y="0"/>
            <a:ext cx="3170237" cy="479425"/>
          </a:xfrm>
          <a:prstGeom prst="rect">
            <a:avLst/>
          </a:prstGeom>
          <a:noFill/>
          <a:ln w="9525">
            <a:noFill/>
            <a:miter lim="800000"/>
            <a:headEnd/>
            <a:tailEnd/>
          </a:ln>
          <a:effectLst/>
        </p:spPr>
        <p:txBody>
          <a:bodyPr vert="horz" wrap="square" lIns="89893" tIns="44946" rIns="89893" bIns="44946" numCol="1" anchor="t" anchorCtr="0" compatLnSpc="1">
            <a:prstTxWarp prst="textNoShape">
              <a:avLst/>
            </a:prstTxWarp>
          </a:bodyPr>
          <a:lstStyle>
            <a:lvl1pPr algn="r" defTabSz="898525" eaLnBrk="1" hangingPunct="1">
              <a:defRPr sz="1200">
                <a:latin typeface="Times New Roman" charset="0"/>
                <a:ea typeface="MS PGothic" charset="0"/>
                <a:cs typeface="MS PGothic" charset="0"/>
              </a:defRPr>
            </a:lvl1pPr>
          </a:lstStyle>
          <a:p>
            <a:pPr>
              <a:defRPr/>
            </a:pPr>
            <a:endParaRPr lang="en-US"/>
          </a:p>
        </p:txBody>
      </p:sp>
      <p:sp>
        <p:nvSpPr>
          <p:cNvPr id="4100" name="Rectangle 1028">
            <a:extLst>
              <a:ext uri="{FF2B5EF4-FFF2-40B4-BE49-F238E27FC236}">
                <a16:creationId xmlns:a16="http://schemas.microsoft.com/office/drawing/2014/main" id="{5DAFEFAF-1CC1-4EC9-B161-82A3E66E2E81}"/>
              </a:ext>
            </a:extLst>
          </p:cNvPr>
          <p:cNvSpPr>
            <a:spLocks noGrp="1" noChangeArrowheads="1"/>
          </p:cNvSpPr>
          <p:nvPr>
            <p:ph type="ftr" sz="quarter" idx="2"/>
          </p:nvPr>
        </p:nvSpPr>
        <p:spPr bwMode="auto">
          <a:xfrm>
            <a:off x="0" y="9121775"/>
            <a:ext cx="3170238" cy="479425"/>
          </a:xfrm>
          <a:prstGeom prst="rect">
            <a:avLst/>
          </a:prstGeom>
          <a:noFill/>
          <a:ln w="9525">
            <a:noFill/>
            <a:miter lim="800000"/>
            <a:headEnd/>
            <a:tailEnd/>
          </a:ln>
          <a:effectLst/>
        </p:spPr>
        <p:txBody>
          <a:bodyPr vert="horz" wrap="square" lIns="89893" tIns="44946" rIns="89893" bIns="44946" numCol="1" anchor="b" anchorCtr="0" compatLnSpc="1">
            <a:prstTxWarp prst="textNoShape">
              <a:avLst/>
            </a:prstTxWarp>
          </a:bodyPr>
          <a:lstStyle>
            <a:lvl1pPr defTabSz="898525" eaLnBrk="1" hangingPunct="1">
              <a:defRPr sz="1200">
                <a:latin typeface="Times New Roman" charset="0"/>
                <a:ea typeface="MS PGothic" charset="0"/>
                <a:cs typeface="MS PGothic" charset="0"/>
              </a:defRPr>
            </a:lvl1pPr>
          </a:lstStyle>
          <a:p>
            <a:pPr>
              <a:defRPr/>
            </a:pPr>
            <a:endParaRPr lang="en-US"/>
          </a:p>
        </p:txBody>
      </p:sp>
      <p:sp>
        <p:nvSpPr>
          <p:cNvPr id="4101" name="Rectangle 1029">
            <a:extLst>
              <a:ext uri="{FF2B5EF4-FFF2-40B4-BE49-F238E27FC236}">
                <a16:creationId xmlns:a16="http://schemas.microsoft.com/office/drawing/2014/main" id="{B11AED2A-313F-4883-B9C6-6F83F42A16EF}"/>
              </a:ext>
            </a:extLst>
          </p:cNvPr>
          <p:cNvSpPr>
            <a:spLocks noGrp="1" noChangeArrowheads="1"/>
          </p:cNvSpPr>
          <p:nvPr>
            <p:ph type="sldNum" sz="quarter" idx="3"/>
          </p:nvPr>
        </p:nvSpPr>
        <p:spPr bwMode="auto">
          <a:xfrm>
            <a:off x="4144963" y="9121775"/>
            <a:ext cx="3170237" cy="479425"/>
          </a:xfrm>
          <a:prstGeom prst="rect">
            <a:avLst/>
          </a:prstGeom>
          <a:noFill/>
          <a:ln w="9525">
            <a:noFill/>
            <a:miter lim="800000"/>
            <a:headEnd/>
            <a:tailEnd/>
          </a:ln>
          <a:effectLst/>
        </p:spPr>
        <p:txBody>
          <a:bodyPr vert="horz" wrap="square" lIns="89893" tIns="44946" rIns="89893" bIns="44946" numCol="1" anchor="b" anchorCtr="0" compatLnSpc="1">
            <a:prstTxWarp prst="textNoShape">
              <a:avLst/>
            </a:prstTxWarp>
          </a:bodyPr>
          <a:lstStyle>
            <a:lvl1pPr algn="r" defTabSz="898525" eaLnBrk="1" hangingPunct="1">
              <a:defRPr sz="1200"/>
            </a:lvl1pPr>
          </a:lstStyle>
          <a:p>
            <a:pPr>
              <a:defRPr/>
            </a:pPr>
            <a:fld id="{FC385B52-7031-48FC-BA90-6308EC38AA36}"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9D4C91F-F433-488F-B808-A15DD6084745}"/>
              </a:ext>
            </a:extLst>
          </p:cNvPr>
          <p:cNvSpPr>
            <a:spLocks noGrp="1"/>
          </p:cNvSpPr>
          <p:nvPr>
            <p:ph type="hdr" sz="quarter"/>
          </p:nvPr>
        </p:nvSpPr>
        <p:spPr>
          <a:xfrm>
            <a:off x="0" y="0"/>
            <a:ext cx="3170238" cy="479425"/>
          </a:xfrm>
          <a:prstGeom prst="rect">
            <a:avLst/>
          </a:prstGeom>
        </p:spPr>
        <p:txBody>
          <a:bodyPr vert="horz" wrap="square" lIns="29535" tIns="14768" rIns="29535" bIns="14768" numCol="1" anchor="t" anchorCtr="0" compatLnSpc="1">
            <a:prstTxWarp prst="textNoShape">
              <a:avLst/>
            </a:prstTxWarp>
          </a:bodyPr>
          <a:lstStyle>
            <a:lvl1pPr eaLnBrk="1" hangingPunct="1">
              <a:defRPr sz="400">
                <a:latin typeface="Times New Roman" charset="0"/>
                <a:ea typeface="MS PGothic" charset="0"/>
                <a:cs typeface="MS PGothic" charset="0"/>
              </a:defRPr>
            </a:lvl1pPr>
          </a:lstStyle>
          <a:p>
            <a:pPr>
              <a:defRPr/>
            </a:pPr>
            <a:endParaRPr lang="en-US"/>
          </a:p>
        </p:txBody>
      </p:sp>
      <p:sp>
        <p:nvSpPr>
          <p:cNvPr id="3" name="Date Placeholder 2">
            <a:extLst>
              <a:ext uri="{FF2B5EF4-FFF2-40B4-BE49-F238E27FC236}">
                <a16:creationId xmlns:a16="http://schemas.microsoft.com/office/drawing/2014/main" id="{AF42FECA-83B7-4AE1-B0E4-A92469BA2E56}"/>
              </a:ext>
            </a:extLst>
          </p:cNvPr>
          <p:cNvSpPr>
            <a:spLocks noGrp="1"/>
          </p:cNvSpPr>
          <p:nvPr>
            <p:ph type="dt" idx="1"/>
          </p:nvPr>
        </p:nvSpPr>
        <p:spPr>
          <a:xfrm>
            <a:off x="4143375" y="0"/>
            <a:ext cx="3170238" cy="479425"/>
          </a:xfrm>
          <a:prstGeom prst="rect">
            <a:avLst/>
          </a:prstGeom>
        </p:spPr>
        <p:txBody>
          <a:bodyPr vert="horz" wrap="square" lIns="29535" tIns="14768" rIns="29535" bIns="14768" numCol="1" anchor="t" anchorCtr="0" compatLnSpc="1">
            <a:prstTxWarp prst="textNoShape">
              <a:avLst/>
            </a:prstTxWarp>
          </a:bodyPr>
          <a:lstStyle>
            <a:lvl1pPr algn="r" eaLnBrk="1" hangingPunct="1">
              <a:defRPr sz="400"/>
            </a:lvl1pPr>
          </a:lstStyle>
          <a:p>
            <a:pPr>
              <a:defRPr/>
            </a:pPr>
            <a:fld id="{82A0792E-6A5C-487D-B380-1FE44C59D4F2}" type="datetime1">
              <a:rPr lang="en-US" altLang="en-US"/>
              <a:pPr>
                <a:defRPr/>
              </a:pPr>
              <a:t>12/7/2025</a:t>
            </a:fld>
            <a:endParaRPr lang="en-US" altLang="en-US"/>
          </a:p>
        </p:txBody>
      </p:sp>
      <p:sp>
        <p:nvSpPr>
          <p:cNvPr id="4" name="Slide Image Placeholder 3">
            <a:extLst>
              <a:ext uri="{FF2B5EF4-FFF2-40B4-BE49-F238E27FC236}">
                <a16:creationId xmlns:a16="http://schemas.microsoft.com/office/drawing/2014/main" id="{1E816B99-3559-4795-B96C-43920F4E4D69}"/>
              </a:ext>
            </a:extLst>
          </p:cNvPr>
          <p:cNvSpPr>
            <a:spLocks noGrp="1" noRot="1" noChangeAspect="1"/>
          </p:cNvSpPr>
          <p:nvPr>
            <p:ph type="sldImg" idx="2"/>
          </p:nvPr>
        </p:nvSpPr>
        <p:spPr>
          <a:xfrm>
            <a:off x="1506538" y="720725"/>
            <a:ext cx="4302125" cy="3600450"/>
          </a:xfrm>
          <a:prstGeom prst="rect">
            <a:avLst/>
          </a:prstGeom>
          <a:noFill/>
          <a:ln w="12700">
            <a:solidFill>
              <a:prstClr val="black"/>
            </a:solidFill>
          </a:ln>
        </p:spPr>
        <p:txBody>
          <a:bodyPr vert="horz" wrap="square" lIns="29535" tIns="14768" rIns="29535" bIns="14768" numCol="1" anchor="ctr" anchorCtr="0" compatLnSpc="1">
            <a:prstTxWarp prst="textNoShape">
              <a:avLst/>
            </a:prstTxWarp>
          </a:bodyPr>
          <a:lstStyle/>
          <a:p>
            <a:pPr lvl="0"/>
            <a:endParaRPr lang="en-US" noProof="0"/>
          </a:p>
        </p:txBody>
      </p:sp>
      <p:sp>
        <p:nvSpPr>
          <p:cNvPr id="5" name="Notes Placeholder 4">
            <a:extLst>
              <a:ext uri="{FF2B5EF4-FFF2-40B4-BE49-F238E27FC236}">
                <a16:creationId xmlns:a16="http://schemas.microsoft.com/office/drawing/2014/main" id="{986B2BA1-8F0F-459F-B307-4B61A2951611}"/>
              </a:ext>
            </a:extLst>
          </p:cNvPr>
          <p:cNvSpPr>
            <a:spLocks noGrp="1"/>
          </p:cNvSpPr>
          <p:nvPr>
            <p:ph type="body" sz="quarter" idx="3"/>
          </p:nvPr>
        </p:nvSpPr>
        <p:spPr>
          <a:xfrm>
            <a:off x="731838" y="4560888"/>
            <a:ext cx="5851525" cy="4321175"/>
          </a:xfrm>
          <a:prstGeom prst="rect">
            <a:avLst/>
          </a:prstGeom>
        </p:spPr>
        <p:txBody>
          <a:bodyPr vert="horz" wrap="square" lIns="29535" tIns="14768" rIns="29535" bIns="14768" numCol="1" anchor="t" anchorCtr="0" compatLnSpc="1">
            <a:prstTxWarp prst="textNoShape">
              <a:avLst/>
            </a:prstTxWarp>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0C40B1CD-CA45-4CEC-8341-2BE3B642CFEA}"/>
              </a:ext>
            </a:extLst>
          </p:cNvPr>
          <p:cNvSpPr>
            <a:spLocks noGrp="1"/>
          </p:cNvSpPr>
          <p:nvPr>
            <p:ph type="ftr" sz="quarter" idx="4"/>
          </p:nvPr>
        </p:nvSpPr>
        <p:spPr>
          <a:xfrm>
            <a:off x="0" y="9118600"/>
            <a:ext cx="3170238" cy="481013"/>
          </a:xfrm>
          <a:prstGeom prst="rect">
            <a:avLst/>
          </a:prstGeom>
        </p:spPr>
        <p:txBody>
          <a:bodyPr vert="horz" wrap="square" lIns="29535" tIns="14768" rIns="29535" bIns="14768" numCol="1" anchor="b" anchorCtr="0" compatLnSpc="1">
            <a:prstTxWarp prst="textNoShape">
              <a:avLst/>
            </a:prstTxWarp>
          </a:bodyPr>
          <a:lstStyle>
            <a:lvl1pPr eaLnBrk="1" hangingPunct="1">
              <a:defRPr sz="400">
                <a:latin typeface="Times New Roman" charset="0"/>
                <a:ea typeface="MS PGothic" charset="0"/>
                <a:cs typeface="MS PGothic" charset="0"/>
              </a:defRPr>
            </a:lvl1pPr>
          </a:lstStyle>
          <a:p>
            <a:pPr>
              <a:defRPr/>
            </a:pPr>
            <a:endParaRPr lang="en-US"/>
          </a:p>
        </p:txBody>
      </p:sp>
      <p:sp>
        <p:nvSpPr>
          <p:cNvPr id="7" name="Slide Number Placeholder 6">
            <a:extLst>
              <a:ext uri="{FF2B5EF4-FFF2-40B4-BE49-F238E27FC236}">
                <a16:creationId xmlns:a16="http://schemas.microsoft.com/office/drawing/2014/main" id="{DAA6DF35-3A0C-4A5B-BF00-9AEBB9AB1D20}"/>
              </a:ext>
            </a:extLst>
          </p:cNvPr>
          <p:cNvSpPr>
            <a:spLocks noGrp="1"/>
          </p:cNvSpPr>
          <p:nvPr>
            <p:ph type="sldNum" sz="quarter" idx="5"/>
          </p:nvPr>
        </p:nvSpPr>
        <p:spPr>
          <a:xfrm>
            <a:off x="4143375" y="9118600"/>
            <a:ext cx="3170238" cy="481013"/>
          </a:xfrm>
          <a:prstGeom prst="rect">
            <a:avLst/>
          </a:prstGeom>
        </p:spPr>
        <p:txBody>
          <a:bodyPr vert="horz" wrap="square" lIns="29535" tIns="14768" rIns="29535" bIns="14768" numCol="1" anchor="b" anchorCtr="0" compatLnSpc="1">
            <a:prstTxWarp prst="textNoShape">
              <a:avLst/>
            </a:prstTxWarp>
          </a:bodyPr>
          <a:lstStyle>
            <a:lvl1pPr algn="r" eaLnBrk="1" hangingPunct="1">
              <a:defRPr sz="400"/>
            </a:lvl1pPr>
          </a:lstStyle>
          <a:p>
            <a:pPr>
              <a:defRPr/>
            </a:pPr>
            <a:fld id="{AD79DFCD-87C2-4A6B-9E90-8E5BD26CAB4C}"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defTabSz="422338" rtl="0" eaLnBrk="0" fontAlgn="base" hangingPunct="0">
      <a:spcBef>
        <a:spcPct val="30000"/>
      </a:spcBef>
      <a:spcAft>
        <a:spcPct val="0"/>
      </a:spcAft>
      <a:defRPr sz="1109" kern="1200">
        <a:solidFill>
          <a:schemeClr val="tx1"/>
        </a:solidFill>
        <a:latin typeface="+mn-lt"/>
        <a:ea typeface="MS PGothic" pitchFamily="34" charset="-128"/>
        <a:cs typeface="MS PGothic" pitchFamily="34" charset="-128"/>
      </a:defRPr>
    </a:lvl1pPr>
    <a:lvl2pPr marL="422338" algn="l" defTabSz="422338" rtl="0" eaLnBrk="0" fontAlgn="base" hangingPunct="0">
      <a:spcBef>
        <a:spcPct val="30000"/>
      </a:spcBef>
      <a:spcAft>
        <a:spcPct val="0"/>
      </a:spcAft>
      <a:defRPr sz="1109" kern="1200">
        <a:solidFill>
          <a:schemeClr val="tx1"/>
        </a:solidFill>
        <a:latin typeface="+mn-lt"/>
        <a:ea typeface="MS PGothic" pitchFamily="34" charset="-128"/>
        <a:cs typeface="MS PGothic" charset="0"/>
      </a:defRPr>
    </a:lvl2pPr>
    <a:lvl3pPr marL="844674" algn="l" defTabSz="422338" rtl="0" eaLnBrk="0" fontAlgn="base" hangingPunct="0">
      <a:spcBef>
        <a:spcPct val="30000"/>
      </a:spcBef>
      <a:spcAft>
        <a:spcPct val="0"/>
      </a:spcAft>
      <a:defRPr sz="1109" kern="1200">
        <a:solidFill>
          <a:schemeClr val="tx1"/>
        </a:solidFill>
        <a:latin typeface="+mn-lt"/>
        <a:ea typeface="MS PGothic" pitchFamily="34" charset="-128"/>
        <a:cs typeface="MS PGothic" charset="0"/>
      </a:defRPr>
    </a:lvl3pPr>
    <a:lvl4pPr marL="1267013" algn="l" defTabSz="422338" rtl="0" eaLnBrk="0" fontAlgn="base" hangingPunct="0">
      <a:spcBef>
        <a:spcPct val="30000"/>
      </a:spcBef>
      <a:spcAft>
        <a:spcPct val="0"/>
      </a:spcAft>
      <a:defRPr sz="1109" kern="1200">
        <a:solidFill>
          <a:schemeClr val="tx1"/>
        </a:solidFill>
        <a:latin typeface="+mn-lt"/>
        <a:ea typeface="MS PGothic" pitchFamily="34" charset="-128"/>
        <a:cs typeface="MS PGothic" charset="0"/>
      </a:defRPr>
    </a:lvl4pPr>
    <a:lvl5pPr marL="1689349" algn="l" defTabSz="422338" rtl="0" eaLnBrk="0" fontAlgn="base" hangingPunct="0">
      <a:spcBef>
        <a:spcPct val="30000"/>
      </a:spcBef>
      <a:spcAft>
        <a:spcPct val="0"/>
      </a:spcAft>
      <a:defRPr sz="1109" kern="1200">
        <a:solidFill>
          <a:schemeClr val="tx1"/>
        </a:solidFill>
        <a:latin typeface="+mn-lt"/>
        <a:ea typeface="MS PGothic" pitchFamily="34" charset="-128"/>
        <a:cs typeface="MS PGothic" charset="0"/>
      </a:defRPr>
    </a:lvl5pPr>
    <a:lvl6pPr marL="2111686" algn="l" defTabSz="422338" rtl="0" eaLnBrk="1" latinLnBrk="0" hangingPunct="1">
      <a:defRPr sz="1109" kern="1200">
        <a:solidFill>
          <a:schemeClr val="tx1"/>
        </a:solidFill>
        <a:latin typeface="+mn-lt"/>
        <a:ea typeface="+mn-ea"/>
        <a:cs typeface="+mn-cs"/>
      </a:defRPr>
    </a:lvl6pPr>
    <a:lvl7pPr marL="2534023" algn="l" defTabSz="422338" rtl="0" eaLnBrk="1" latinLnBrk="0" hangingPunct="1">
      <a:defRPr sz="1109" kern="1200">
        <a:solidFill>
          <a:schemeClr val="tx1"/>
        </a:solidFill>
        <a:latin typeface="+mn-lt"/>
        <a:ea typeface="+mn-ea"/>
        <a:cs typeface="+mn-cs"/>
      </a:defRPr>
    </a:lvl7pPr>
    <a:lvl8pPr marL="2956361" algn="l" defTabSz="422338" rtl="0" eaLnBrk="1" latinLnBrk="0" hangingPunct="1">
      <a:defRPr sz="1109" kern="1200">
        <a:solidFill>
          <a:schemeClr val="tx1"/>
        </a:solidFill>
        <a:latin typeface="+mn-lt"/>
        <a:ea typeface="+mn-ea"/>
        <a:cs typeface="+mn-cs"/>
      </a:defRPr>
    </a:lvl8pPr>
    <a:lvl9pPr marL="3378698" algn="l" defTabSz="422338" rtl="0" eaLnBrk="1" latinLnBrk="0" hangingPunct="1">
      <a:defRPr sz="1109"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Image Placeholder 1">
            <a:extLst>
              <a:ext uri="{FF2B5EF4-FFF2-40B4-BE49-F238E27FC236}">
                <a16:creationId xmlns:a16="http://schemas.microsoft.com/office/drawing/2014/main" id="{421D69D3-C392-4FB6-9AC7-698EA7DB3B11}"/>
              </a:ext>
            </a:extLst>
          </p:cNvPr>
          <p:cNvSpPr>
            <a:spLocks noGrp="1" noRot="1" noChangeAspect="1" noTextEdit="1"/>
          </p:cNvSpPr>
          <p:nvPr>
            <p:ph type="sldImg"/>
          </p:nvPr>
        </p:nvSpPr>
        <p:spPr bwMode="auto">
          <a:xfrm>
            <a:off x="1506538" y="720725"/>
            <a:ext cx="4302125" cy="360045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387" name="Notes Placeholder 2">
            <a:extLst>
              <a:ext uri="{FF2B5EF4-FFF2-40B4-BE49-F238E27FC236}">
                <a16:creationId xmlns:a16="http://schemas.microsoft.com/office/drawing/2014/main" id="{1CECB69D-EEAB-4221-A2F1-E864127D47B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16388" name="Slide Number Placeholder 3">
            <a:extLst>
              <a:ext uri="{FF2B5EF4-FFF2-40B4-BE49-F238E27FC236}">
                <a16:creationId xmlns:a16="http://schemas.microsoft.com/office/drawing/2014/main" id="{DB2E4F66-F522-4325-83F5-5FA4BE95279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MS PGothic" panose="020B0600070205080204" pitchFamily="34" charset="-128"/>
              </a:defRPr>
            </a:lvl1pPr>
            <a:lvl2pPr marL="742950" indent="-285750">
              <a:spcBef>
                <a:spcPct val="30000"/>
              </a:spcBef>
              <a:defRPr sz="1200">
                <a:solidFill>
                  <a:schemeClr val="tx1"/>
                </a:solidFill>
                <a:latin typeface="Calibri" panose="020F0502020204030204" pitchFamily="34" charset="0"/>
                <a:ea typeface="MS PGothic" panose="020B0600070205080204" pitchFamily="34" charset="-128"/>
              </a:defRPr>
            </a:lvl2pPr>
            <a:lvl3pPr marL="1143000" indent="-228600">
              <a:spcBef>
                <a:spcPct val="30000"/>
              </a:spcBef>
              <a:defRPr sz="1200">
                <a:solidFill>
                  <a:schemeClr val="tx1"/>
                </a:solidFill>
                <a:latin typeface="Calibri" panose="020F0502020204030204" pitchFamily="34" charset="0"/>
                <a:ea typeface="MS PGothic" panose="020B0600070205080204" pitchFamily="34" charset="-128"/>
              </a:defRPr>
            </a:lvl3pPr>
            <a:lvl4pPr marL="1600200" indent="-228600">
              <a:spcBef>
                <a:spcPct val="30000"/>
              </a:spcBef>
              <a:defRPr sz="1200">
                <a:solidFill>
                  <a:schemeClr val="tx1"/>
                </a:solidFill>
                <a:latin typeface="Calibri" panose="020F0502020204030204" pitchFamily="34" charset="0"/>
                <a:ea typeface="MS PGothic" panose="020B0600070205080204" pitchFamily="34" charset="-128"/>
              </a:defRPr>
            </a:lvl4pPr>
            <a:lvl5pPr marL="2057400" indent="-228600">
              <a:spcBef>
                <a:spcPct val="30000"/>
              </a:spcBef>
              <a:defRPr sz="12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9pPr>
          </a:lstStyle>
          <a:p>
            <a:pPr>
              <a:spcBef>
                <a:spcPct val="0"/>
              </a:spcBef>
            </a:pPr>
            <a:fld id="{039752F5-41D8-4881-9AE9-118667C9E696}" type="slidenum">
              <a:rPr lang="en-US" altLang="en-US" sz="400" smtClean="0">
                <a:latin typeface="Times New Roman" panose="02020603050405020304" pitchFamily="18" charset="0"/>
              </a:rPr>
              <a:pPr>
                <a:spcBef>
                  <a:spcPct val="0"/>
                </a:spcBef>
              </a:pPr>
              <a:t>1</a:t>
            </a:fld>
            <a:endParaRPr lang="en-US" altLang="en-US" sz="400">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5665725"/>
      </p:ext>
    </p:extLst>
  </p:cSld>
  <p:clrMapOvr>
    <a:masterClrMapping/>
  </p:clrMapOvr>
  <p:hf sldNum="0"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67709716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CCDA1C7-DFAD-4767-8A90-E5A223A5B829}"/>
              </a:ext>
            </a:extLst>
          </p:cNvPr>
          <p:cNvSpPr/>
          <p:nvPr userDrawn="1"/>
        </p:nvSpPr>
        <p:spPr>
          <a:xfrm>
            <a:off x="312062" y="348346"/>
            <a:ext cx="38734089" cy="3995057"/>
          </a:xfrm>
          <a:prstGeom prst="rect">
            <a:avLst/>
          </a:prstGeom>
          <a:solidFill>
            <a:srgbClr val="C5050C"/>
          </a:solidFill>
          <a:ln>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911"/>
          </a:p>
        </p:txBody>
      </p:sp>
      <p:sp>
        <p:nvSpPr>
          <p:cNvPr id="3" name="TextBox 2">
            <a:extLst>
              <a:ext uri="{FF2B5EF4-FFF2-40B4-BE49-F238E27FC236}">
                <a16:creationId xmlns:a16="http://schemas.microsoft.com/office/drawing/2014/main" id="{890DCBE2-895D-4380-82A2-1155E0070295}"/>
              </a:ext>
            </a:extLst>
          </p:cNvPr>
          <p:cNvSpPr txBox="1"/>
          <p:nvPr userDrawn="1"/>
        </p:nvSpPr>
        <p:spPr>
          <a:xfrm>
            <a:off x="292555" y="31778495"/>
            <a:ext cx="8718095" cy="554639"/>
          </a:xfrm>
          <a:prstGeom prst="rect">
            <a:avLst/>
          </a:prstGeom>
          <a:noFill/>
        </p:spPr>
        <p:txBody>
          <a:bodyPr wrap="square" rtlCol="0">
            <a:spAutoFit/>
          </a:bodyPr>
          <a:lstStyle/>
          <a:p>
            <a:pPr algn="l"/>
            <a:r>
              <a:rPr lang="en-US" sz="3004" b="1" i="0" dirty="0">
                <a:solidFill>
                  <a:srgbClr val="C5050C"/>
                </a:solidFill>
                <a:latin typeface="Arial" panose="020B0604020202020204" pitchFamily="34" charset="0"/>
                <a:cs typeface="Arial" panose="020B0604020202020204" pitchFamily="34" charset="0"/>
              </a:rPr>
              <a:t>2021 WEMPEC </a:t>
            </a:r>
            <a:r>
              <a:rPr lang="en-US" sz="2729" b="1" i="0" dirty="0">
                <a:solidFill>
                  <a:srgbClr val="C5050C"/>
                </a:solidFill>
                <a:latin typeface="Arial" panose="020B0604020202020204" pitchFamily="34" charset="0"/>
                <a:cs typeface="Arial" panose="020B0604020202020204" pitchFamily="34" charset="0"/>
              </a:rPr>
              <a:t>Annual Review Meeting</a:t>
            </a:r>
            <a:endParaRPr lang="en-US" sz="3004" b="1" i="0" dirty="0">
              <a:solidFill>
                <a:srgbClr val="C5050C"/>
              </a:solidFill>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CC9295DA-148F-4CAA-81C1-53C0DE6B1CF5}"/>
              </a:ext>
            </a:extLst>
          </p:cNvPr>
          <p:cNvPicPr>
            <a:picLocks noChangeAspect="1"/>
          </p:cNvPicPr>
          <p:nvPr userDrawn="1"/>
        </p:nvPicPr>
        <p:blipFill>
          <a:blip r:embed="rId4"/>
          <a:stretch>
            <a:fillRect/>
          </a:stretch>
        </p:blipFill>
        <p:spPr>
          <a:xfrm>
            <a:off x="18946403" y="15544677"/>
            <a:ext cx="1426398" cy="1829055"/>
          </a:xfrm>
          <a:prstGeom prst="rect">
            <a:avLst/>
          </a:prstGeom>
        </p:spPr>
      </p:pic>
      <p:sp>
        <p:nvSpPr>
          <p:cNvPr id="7" name="TextBox 6">
            <a:extLst>
              <a:ext uri="{FF2B5EF4-FFF2-40B4-BE49-F238E27FC236}">
                <a16:creationId xmlns:a16="http://schemas.microsoft.com/office/drawing/2014/main" id="{0C3812E2-4AB9-4043-BA11-BA0595DB21B6}"/>
              </a:ext>
            </a:extLst>
          </p:cNvPr>
          <p:cNvSpPr txBox="1"/>
          <p:nvPr userDrawn="1"/>
        </p:nvSpPr>
        <p:spPr>
          <a:xfrm>
            <a:off x="16657370" y="31778492"/>
            <a:ext cx="7430861" cy="554639"/>
          </a:xfrm>
          <a:prstGeom prst="rect">
            <a:avLst/>
          </a:prstGeom>
          <a:noFill/>
        </p:spPr>
        <p:txBody>
          <a:bodyPr wrap="square" rtlCol="0">
            <a:spAutoFit/>
          </a:bodyPr>
          <a:lstStyle>
            <a:defPPr>
              <a:defRPr lang="en-US"/>
            </a:defPPr>
            <a:lvl1pPr>
              <a:defRPr sz="2829" b="1">
                <a:solidFill>
                  <a:srgbClr val="C5050C"/>
                </a:solidFill>
                <a:latin typeface="Arial" panose="020B0604020202020204" pitchFamily="34" charset="0"/>
                <a:cs typeface="Arial" panose="020B0604020202020204" pitchFamily="34" charset="0"/>
              </a:defRPr>
            </a:lvl1pPr>
          </a:lstStyle>
          <a:p>
            <a:pPr lvl="0" algn="ctr"/>
            <a:r>
              <a:rPr lang="en-US" sz="3004" b="1" i="0" dirty="0"/>
              <a:t>Poster 01</a:t>
            </a:r>
          </a:p>
        </p:txBody>
      </p:sp>
      <p:sp>
        <p:nvSpPr>
          <p:cNvPr id="8" name="TextBox 7">
            <a:extLst>
              <a:ext uri="{FF2B5EF4-FFF2-40B4-BE49-F238E27FC236}">
                <a16:creationId xmlns:a16="http://schemas.microsoft.com/office/drawing/2014/main" id="{7E26C3AC-FFC2-4914-88C6-A11EE7356FE3}"/>
              </a:ext>
            </a:extLst>
          </p:cNvPr>
          <p:cNvSpPr txBox="1"/>
          <p:nvPr userDrawn="1"/>
        </p:nvSpPr>
        <p:spPr>
          <a:xfrm>
            <a:off x="31595785" y="31778495"/>
            <a:ext cx="7430861" cy="554639"/>
          </a:xfrm>
          <a:prstGeom prst="rect">
            <a:avLst/>
          </a:prstGeom>
          <a:noFill/>
        </p:spPr>
        <p:txBody>
          <a:bodyPr wrap="square" rtlCol="0">
            <a:spAutoFit/>
          </a:bodyPr>
          <a:lstStyle/>
          <a:p>
            <a:pPr algn="r"/>
            <a:r>
              <a:rPr lang="en-US" sz="3004" b="1" i="0" baseline="0" dirty="0">
                <a:solidFill>
                  <a:srgbClr val="C5050C"/>
                </a:solidFill>
                <a:latin typeface="Arial" panose="020B0604020202020204" pitchFamily="34" charset="0"/>
                <a:cs typeface="Arial" panose="020B0604020202020204" pitchFamily="34" charset="0"/>
              </a:rPr>
              <a:t>May 11–12, 2021</a:t>
            </a:r>
            <a:endParaRPr lang="en-US" sz="2457" i="0" baseline="0" dirty="0">
              <a:solidFill>
                <a:srgbClr val="C5050C"/>
              </a:solidFill>
              <a:latin typeface="Arial" panose="020B0604020202020204" pitchFamily="34" charset="0"/>
              <a:cs typeface="Arial" panose="020B0604020202020204" pitchFamily="34" charset="0"/>
            </a:endParaRPr>
          </a:p>
        </p:txBody>
      </p:sp>
      <p:pic>
        <p:nvPicPr>
          <p:cNvPr id="11" name="Picture 10" descr="Shape&#10;&#10;Description automatically generated">
            <a:extLst>
              <a:ext uri="{FF2B5EF4-FFF2-40B4-BE49-F238E27FC236}">
                <a16:creationId xmlns:a16="http://schemas.microsoft.com/office/drawing/2014/main" id="{C7AABE0E-EF79-45AA-B9CF-01041A876824}"/>
              </a:ext>
            </a:extLst>
          </p:cNvPr>
          <p:cNvPicPr>
            <a:picLocks noChangeAspect="1"/>
          </p:cNvPicPr>
          <p:nvPr userDrawn="1"/>
        </p:nvPicPr>
        <p:blipFill>
          <a:blip r:embed="rId5"/>
          <a:stretch>
            <a:fillRect/>
          </a:stretch>
        </p:blipFill>
        <p:spPr>
          <a:xfrm>
            <a:off x="661736" y="580638"/>
            <a:ext cx="3281102" cy="3530469"/>
          </a:xfrm>
          <a:prstGeom prst="rect">
            <a:avLst/>
          </a:prstGeom>
        </p:spPr>
      </p:pic>
      <p:pic>
        <p:nvPicPr>
          <p:cNvPr id="10" name="Picture 9" descr="Logo, company name&#10;&#10;Description automatically generated">
            <a:extLst>
              <a:ext uri="{FF2B5EF4-FFF2-40B4-BE49-F238E27FC236}">
                <a16:creationId xmlns:a16="http://schemas.microsoft.com/office/drawing/2014/main" id="{AE473DF4-7B3B-4682-B6CD-147D1DBA77CD}"/>
              </a:ext>
            </a:extLst>
          </p:cNvPr>
          <p:cNvPicPr>
            <a:picLocks noChangeAspect="1"/>
          </p:cNvPicPr>
          <p:nvPr userDrawn="1"/>
        </p:nvPicPr>
        <p:blipFill>
          <a:blip r:embed="rId6"/>
          <a:stretch>
            <a:fillRect/>
          </a:stretch>
        </p:blipFill>
        <p:spPr>
          <a:xfrm>
            <a:off x="36951767" y="580637"/>
            <a:ext cx="1705700" cy="3368534"/>
          </a:xfrm>
          <a:prstGeom prst="rect">
            <a:avLst/>
          </a:prstGeom>
        </p:spPr>
      </p:pic>
      <p:sp>
        <p:nvSpPr>
          <p:cNvPr id="9" name="TextBox 8">
            <a:extLst>
              <a:ext uri="{FF2B5EF4-FFF2-40B4-BE49-F238E27FC236}">
                <a16:creationId xmlns:a16="http://schemas.microsoft.com/office/drawing/2014/main" id="{699E4BC7-256F-AC49-BFEE-0282D16F7C8E}"/>
              </a:ext>
            </a:extLst>
          </p:cNvPr>
          <p:cNvSpPr txBox="1"/>
          <p:nvPr userDrawn="1"/>
        </p:nvSpPr>
        <p:spPr>
          <a:xfrm>
            <a:off x="1365251" y="2743202"/>
            <a:ext cx="5686172" cy="1138132"/>
          </a:xfrm>
          <a:prstGeom prst="rect">
            <a:avLst/>
          </a:prstGeom>
          <a:noFill/>
        </p:spPr>
        <p:txBody>
          <a:bodyPr wrap="none" rtlCol="0">
            <a:spAutoFit/>
          </a:bodyPr>
          <a:lstStyle/>
          <a:p>
            <a:r>
              <a:rPr lang="en-US" sz="3398" dirty="0">
                <a:solidFill>
                  <a:schemeClr val="bg1"/>
                </a:solidFill>
                <a:latin typeface="Lucida Calligraphy" panose="03010101010101010101" pitchFamily="66" charset="77"/>
              </a:rPr>
              <a:t>40 Years of Innovation </a:t>
            </a:r>
          </a:p>
          <a:p>
            <a:r>
              <a:rPr lang="en-US" sz="3398" dirty="0">
                <a:solidFill>
                  <a:schemeClr val="bg1"/>
                </a:solidFill>
                <a:latin typeface="Lucida Calligraphy" panose="03010101010101010101" pitchFamily="66" charset="77"/>
              </a:rPr>
              <a:t>and Collaboration</a:t>
            </a:r>
          </a:p>
        </p:txBody>
      </p:sp>
    </p:spTree>
  </p:cSld>
  <p:clrMap bg1="lt1" tx1="dk1" bg2="lt2" tx2="dk2" accent1="accent1" accent2="accent2" accent3="accent3" accent4="accent4" accent5="accent5" accent6="accent6" hlink="hlink" folHlink="folHlink"/>
  <p:sldLayoutIdLst>
    <p:sldLayoutId id="2147483765" r:id="rId1"/>
    <p:sldLayoutId id="2147483766" r:id="rId2"/>
  </p:sldLayoutIdLst>
  <p:hf sldNum="0" hdr="0" dt="0"/>
  <p:txStyles>
    <p:titleStyle>
      <a:lvl1pPr algn="ctr" defTabSz="4993343" rtl="0" eaLnBrk="1" fontAlgn="base" hangingPunct="1">
        <a:spcBef>
          <a:spcPct val="0"/>
        </a:spcBef>
        <a:spcAft>
          <a:spcPct val="0"/>
        </a:spcAft>
        <a:defRPr sz="24048">
          <a:solidFill>
            <a:schemeClr val="tx2"/>
          </a:solidFill>
          <a:latin typeface="+mj-lt"/>
          <a:ea typeface="MS PGothic" pitchFamily="34" charset="-128"/>
          <a:cs typeface="MS PGothic" pitchFamily="34" charset="-128"/>
        </a:defRPr>
      </a:lvl1pPr>
      <a:lvl2pPr algn="ctr" defTabSz="4993343" rtl="0" eaLnBrk="1" fontAlgn="base" hangingPunct="1">
        <a:spcBef>
          <a:spcPct val="0"/>
        </a:spcBef>
        <a:spcAft>
          <a:spcPct val="0"/>
        </a:spcAft>
        <a:defRPr sz="24048">
          <a:solidFill>
            <a:schemeClr val="tx2"/>
          </a:solidFill>
          <a:latin typeface="Times New Roman" charset="0"/>
          <a:ea typeface="MS PGothic" pitchFamily="34" charset="-128"/>
          <a:cs typeface="MS PGothic" pitchFamily="34" charset="-128"/>
        </a:defRPr>
      </a:lvl2pPr>
      <a:lvl3pPr algn="ctr" defTabSz="4993343" rtl="0" eaLnBrk="1" fontAlgn="base" hangingPunct="1">
        <a:spcBef>
          <a:spcPct val="0"/>
        </a:spcBef>
        <a:spcAft>
          <a:spcPct val="0"/>
        </a:spcAft>
        <a:defRPr sz="24048">
          <a:solidFill>
            <a:schemeClr val="tx2"/>
          </a:solidFill>
          <a:latin typeface="Times New Roman" charset="0"/>
          <a:ea typeface="MS PGothic" pitchFamily="34" charset="-128"/>
          <a:cs typeface="MS PGothic" pitchFamily="34" charset="-128"/>
        </a:defRPr>
      </a:lvl3pPr>
      <a:lvl4pPr algn="ctr" defTabSz="4993343" rtl="0" eaLnBrk="1" fontAlgn="base" hangingPunct="1">
        <a:spcBef>
          <a:spcPct val="0"/>
        </a:spcBef>
        <a:spcAft>
          <a:spcPct val="0"/>
        </a:spcAft>
        <a:defRPr sz="24048">
          <a:solidFill>
            <a:schemeClr val="tx2"/>
          </a:solidFill>
          <a:latin typeface="Times New Roman" charset="0"/>
          <a:ea typeface="MS PGothic" pitchFamily="34" charset="-128"/>
          <a:cs typeface="MS PGothic" pitchFamily="34" charset="-128"/>
        </a:defRPr>
      </a:lvl4pPr>
      <a:lvl5pPr algn="ctr" defTabSz="4993343" rtl="0" eaLnBrk="1" fontAlgn="base" hangingPunct="1">
        <a:spcBef>
          <a:spcPct val="0"/>
        </a:spcBef>
        <a:spcAft>
          <a:spcPct val="0"/>
        </a:spcAft>
        <a:defRPr sz="24048">
          <a:solidFill>
            <a:schemeClr val="tx2"/>
          </a:solidFill>
          <a:latin typeface="Times New Roman" charset="0"/>
          <a:ea typeface="MS PGothic" pitchFamily="34" charset="-128"/>
          <a:cs typeface="MS PGothic" pitchFamily="34" charset="-128"/>
        </a:defRPr>
      </a:lvl5pPr>
      <a:lvl6pPr marL="728143" algn="ctr" defTabSz="4993343" rtl="0" eaLnBrk="1" fontAlgn="base" hangingPunct="1">
        <a:spcBef>
          <a:spcPct val="0"/>
        </a:spcBef>
        <a:spcAft>
          <a:spcPct val="0"/>
        </a:spcAft>
        <a:defRPr sz="24048">
          <a:solidFill>
            <a:schemeClr val="tx2"/>
          </a:solidFill>
          <a:latin typeface="Times New Roman" charset="0"/>
        </a:defRPr>
      </a:lvl6pPr>
      <a:lvl7pPr marL="1456287" algn="ctr" defTabSz="4993343" rtl="0" eaLnBrk="1" fontAlgn="base" hangingPunct="1">
        <a:spcBef>
          <a:spcPct val="0"/>
        </a:spcBef>
        <a:spcAft>
          <a:spcPct val="0"/>
        </a:spcAft>
        <a:defRPr sz="24048">
          <a:solidFill>
            <a:schemeClr val="tx2"/>
          </a:solidFill>
          <a:latin typeface="Times New Roman" charset="0"/>
        </a:defRPr>
      </a:lvl7pPr>
      <a:lvl8pPr marL="2184430" algn="ctr" defTabSz="4993343" rtl="0" eaLnBrk="1" fontAlgn="base" hangingPunct="1">
        <a:spcBef>
          <a:spcPct val="0"/>
        </a:spcBef>
        <a:spcAft>
          <a:spcPct val="0"/>
        </a:spcAft>
        <a:defRPr sz="24048">
          <a:solidFill>
            <a:schemeClr val="tx2"/>
          </a:solidFill>
          <a:latin typeface="Times New Roman" charset="0"/>
        </a:defRPr>
      </a:lvl8pPr>
      <a:lvl9pPr marL="2912572" algn="ctr" defTabSz="4993343" rtl="0" eaLnBrk="1" fontAlgn="base" hangingPunct="1">
        <a:spcBef>
          <a:spcPct val="0"/>
        </a:spcBef>
        <a:spcAft>
          <a:spcPct val="0"/>
        </a:spcAft>
        <a:defRPr sz="24048">
          <a:solidFill>
            <a:schemeClr val="tx2"/>
          </a:solidFill>
          <a:latin typeface="Times New Roman" charset="0"/>
        </a:defRPr>
      </a:lvl9pPr>
    </p:titleStyle>
    <p:bodyStyle>
      <a:lvl1pPr marL="1873452" indent="-1873452" algn="l" defTabSz="4993343" rtl="0" eaLnBrk="1" fontAlgn="base" hangingPunct="1">
        <a:spcBef>
          <a:spcPct val="20000"/>
        </a:spcBef>
        <a:spcAft>
          <a:spcPct val="0"/>
        </a:spcAft>
        <a:buChar char="•"/>
        <a:defRPr sz="17519">
          <a:solidFill>
            <a:schemeClr val="tx1"/>
          </a:solidFill>
          <a:latin typeface="+mn-lt"/>
          <a:ea typeface="MS PGothic" pitchFamily="34" charset="-128"/>
          <a:cs typeface="MS PGothic" pitchFamily="34" charset="-128"/>
        </a:defRPr>
      </a:lvl1pPr>
      <a:lvl2pPr marL="4057881" indent="-1562473" algn="l" defTabSz="4993343" rtl="0" eaLnBrk="1" fontAlgn="base" hangingPunct="1">
        <a:spcBef>
          <a:spcPct val="20000"/>
        </a:spcBef>
        <a:spcAft>
          <a:spcPct val="0"/>
        </a:spcAft>
        <a:buChar char="–"/>
        <a:defRPr sz="15290">
          <a:solidFill>
            <a:schemeClr val="tx1"/>
          </a:solidFill>
          <a:latin typeface="+mn-lt"/>
          <a:ea typeface="MS PGothic" pitchFamily="34" charset="-128"/>
          <a:cs typeface="MS PGothic" charset="0"/>
        </a:defRPr>
      </a:lvl2pPr>
      <a:lvl3pPr marL="6242311" indent="-1248967" algn="l" defTabSz="4993343" rtl="0" eaLnBrk="1" fontAlgn="base" hangingPunct="1">
        <a:spcBef>
          <a:spcPct val="20000"/>
        </a:spcBef>
        <a:spcAft>
          <a:spcPct val="0"/>
        </a:spcAft>
        <a:buChar char="•"/>
        <a:defRPr sz="13061">
          <a:solidFill>
            <a:schemeClr val="tx1"/>
          </a:solidFill>
          <a:latin typeface="+mn-lt"/>
          <a:ea typeface="MS PGothic" pitchFamily="34" charset="-128"/>
          <a:cs typeface="MS PGothic" charset="0"/>
        </a:defRPr>
      </a:lvl3pPr>
      <a:lvl4pPr marL="8737717" indent="-1248967" algn="l" defTabSz="4993343" rtl="0" eaLnBrk="1" fontAlgn="base" hangingPunct="1">
        <a:spcBef>
          <a:spcPct val="20000"/>
        </a:spcBef>
        <a:spcAft>
          <a:spcPct val="0"/>
        </a:spcAft>
        <a:buChar char="–"/>
        <a:defRPr sz="10990">
          <a:solidFill>
            <a:schemeClr val="tx1"/>
          </a:solidFill>
          <a:latin typeface="+mn-lt"/>
          <a:ea typeface="MS PGothic" pitchFamily="34" charset="-128"/>
          <a:cs typeface="MS PGothic" charset="0"/>
        </a:defRPr>
      </a:lvl4pPr>
      <a:lvl5pPr marL="11233124" indent="-1246440" algn="l" defTabSz="4993343" rtl="0" eaLnBrk="1" fontAlgn="base" hangingPunct="1">
        <a:spcBef>
          <a:spcPct val="20000"/>
        </a:spcBef>
        <a:spcAft>
          <a:spcPct val="0"/>
        </a:spcAft>
        <a:buChar char="»"/>
        <a:defRPr sz="10990">
          <a:solidFill>
            <a:schemeClr val="tx1"/>
          </a:solidFill>
          <a:latin typeface="+mn-lt"/>
          <a:ea typeface="MS PGothic" pitchFamily="34" charset="-128"/>
          <a:cs typeface="MS PGothic" charset="0"/>
        </a:defRPr>
      </a:lvl5pPr>
      <a:lvl6pPr marL="11961267" indent="-1246440" algn="l" defTabSz="4993343" rtl="0" eaLnBrk="1" fontAlgn="base" hangingPunct="1">
        <a:spcBef>
          <a:spcPct val="20000"/>
        </a:spcBef>
        <a:spcAft>
          <a:spcPct val="0"/>
        </a:spcAft>
        <a:buChar char="»"/>
        <a:defRPr sz="10990">
          <a:solidFill>
            <a:schemeClr val="tx1"/>
          </a:solidFill>
          <a:latin typeface="+mn-lt"/>
          <a:ea typeface="ＭＳ Ｐゴシック" charset="-128"/>
        </a:defRPr>
      </a:lvl6pPr>
      <a:lvl7pPr marL="12689411" indent="-1246440" algn="l" defTabSz="4993343" rtl="0" eaLnBrk="1" fontAlgn="base" hangingPunct="1">
        <a:spcBef>
          <a:spcPct val="20000"/>
        </a:spcBef>
        <a:spcAft>
          <a:spcPct val="0"/>
        </a:spcAft>
        <a:buChar char="»"/>
        <a:defRPr sz="10990">
          <a:solidFill>
            <a:schemeClr val="tx1"/>
          </a:solidFill>
          <a:latin typeface="+mn-lt"/>
          <a:ea typeface="ＭＳ Ｐゴシック" charset="-128"/>
        </a:defRPr>
      </a:lvl7pPr>
      <a:lvl8pPr marL="13417553" indent="-1246440" algn="l" defTabSz="4993343" rtl="0" eaLnBrk="1" fontAlgn="base" hangingPunct="1">
        <a:spcBef>
          <a:spcPct val="20000"/>
        </a:spcBef>
        <a:spcAft>
          <a:spcPct val="0"/>
        </a:spcAft>
        <a:buChar char="»"/>
        <a:defRPr sz="10990">
          <a:solidFill>
            <a:schemeClr val="tx1"/>
          </a:solidFill>
          <a:latin typeface="+mn-lt"/>
          <a:ea typeface="ＭＳ Ｐゴシック" charset="-128"/>
        </a:defRPr>
      </a:lvl8pPr>
      <a:lvl9pPr marL="14145696" indent="-1246440" algn="l" defTabSz="4993343" rtl="0" eaLnBrk="1" fontAlgn="base" hangingPunct="1">
        <a:spcBef>
          <a:spcPct val="20000"/>
        </a:spcBef>
        <a:spcAft>
          <a:spcPct val="0"/>
        </a:spcAft>
        <a:buChar char="»"/>
        <a:defRPr sz="10990">
          <a:solidFill>
            <a:schemeClr val="tx1"/>
          </a:solidFill>
          <a:latin typeface="+mn-lt"/>
          <a:ea typeface="ＭＳ Ｐゴシック" charset="-128"/>
        </a:defRPr>
      </a:lvl9pPr>
    </p:bodyStyle>
    <p:otherStyle>
      <a:defPPr>
        <a:defRPr lang="en-US"/>
      </a:defPPr>
      <a:lvl1pPr marL="0" algn="l" defTabSz="728143" rtl="0" eaLnBrk="1" latinLnBrk="0" hangingPunct="1">
        <a:defRPr sz="2867" kern="1200">
          <a:solidFill>
            <a:schemeClr val="tx1"/>
          </a:solidFill>
          <a:latin typeface="+mn-lt"/>
          <a:ea typeface="+mn-ea"/>
          <a:cs typeface="+mn-cs"/>
        </a:defRPr>
      </a:lvl1pPr>
      <a:lvl2pPr marL="728143" algn="l" defTabSz="728143" rtl="0" eaLnBrk="1" latinLnBrk="0" hangingPunct="1">
        <a:defRPr sz="2867" kern="1200">
          <a:solidFill>
            <a:schemeClr val="tx1"/>
          </a:solidFill>
          <a:latin typeface="+mn-lt"/>
          <a:ea typeface="+mn-ea"/>
          <a:cs typeface="+mn-cs"/>
        </a:defRPr>
      </a:lvl2pPr>
      <a:lvl3pPr marL="1456287" algn="l" defTabSz="728143" rtl="0" eaLnBrk="1" latinLnBrk="0" hangingPunct="1">
        <a:defRPr sz="2867" kern="1200">
          <a:solidFill>
            <a:schemeClr val="tx1"/>
          </a:solidFill>
          <a:latin typeface="+mn-lt"/>
          <a:ea typeface="+mn-ea"/>
          <a:cs typeface="+mn-cs"/>
        </a:defRPr>
      </a:lvl3pPr>
      <a:lvl4pPr marL="2184430" algn="l" defTabSz="728143" rtl="0" eaLnBrk="1" latinLnBrk="0" hangingPunct="1">
        <a:defRPr sz="2867" kern="1200">
          <a:solidFill>
            <a:schemeClr val="tx1"/>
          </a:solidFill>
          <a:latin typeface="+mn-lt"/>
          <a:ea typeface="+mn-ea"/>
          <a:cs typeface="+mn-cs"/>
        </a:defRPr>
      </a:lvl4pPr>
      <a:lvl5pPr marL="2912572" algn="l" defTabSz="728143" rtl="0" eaLnBrk="1" latinLnBrk="0" hangingPunct="1">
        <a:defRPr sz="2867" kern="1200">
          <a:solidFill>
            <a:schemeClr val="tx1"/>
          </a:solidFill>
          <a:latin typeface="+mn-lt"/>
          <a:ea typeface="+mn-ea"/>
          <a:cs typeface="+mn-cs"/>
        </a:defRPr>
      </a:lvl5pPr>
      <a:lvl6pPr marL="3640715" algn="l" defTabSz="728143" rtl="0" eaLnBrk="1" latinLnBrk="0" hangingPunct="1">
        <a:defRPr sz="2867" kern="1200">
          <a:solidFill>
            <a:schemeClr val="tx1"/>
          </a:solidFill>
          <a:latin typeface="+mn-lt"/>
          <a:ea typeface="+mn-ea"/>
          <a:cs typeface="+mn-cs"/>
        </a:defRPr>
      </a:lvl6pPr>
      <a:lvl7pPr marL="4368858" algn="l" defTabSz="728143" rtl="0" eaLnBrk="1" latinLnBrk="0" hangingPunct="1">
        <a:defRPr sz="2867" kern="1200">
          <a:solidFill>
            <a:schemeClr val="tx1"/>
          </a:solidFill>
          <a:latin typeface="+mn-lt"/>
          <a:ea typeface="+mn-ea"/>
          <a:cs typeface="+mn-cs"/>
        </a:defRPr>
      </a:lvl7pPr>
      <a:lvl8pPr marL="5097002" algn="l" defTabSz="728143" rtl="0" eaLnBrk="1" latinLnBrk="0" hangingPunct="1">
        <a:defRPr sz="2867" kern="1200">
          <a:solidFill>
            <a:schemeClr val="tx1"/>
          </a:solidFill>
          <a:latin typeface="+mn-lt"/>
          <a:ea typeface="+mn-ea"/>
          <a:cs typeface="+mn-cs"/>
        </a:defRPr>
      </a:lvl8pPr>
      <a:lvl9pPr marL="5825145" algn="l" defTabSz="728143" rtl="0" eaLnBrk="1" latinLnBrk="0" hangingPunct="1">
        <a:defRPr sz="2867"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7.jpg"/><Relationship Id="rId5" Type="http://schemas.openxmlformats.org/officeDocument/2006/relationships/image" Target="../media/image6.png"/><Relationship Id="rId4" Type="http://schemas.openxmlformats.org/officeDocument/2006/relationships/image" Target="../media/image5.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2B1627D-38FC-5225-0CFA-67AA0964ED17}"/>
              </a:ext>
            </a:extLst>
          </p:cNvPr>
          <p:cNvSpPr/>
          <p:nvPr/>
        </p:nvSpPr>
        <p:spPr>
          <a:xfrm>
            <a:off x="14392" y="31590925"/>
            <a:ext cx="39319200" cy="1092200"/>
          </a:xfrm>
          <a:prstGeom prst="rect">
            <a:avLst/>
          </a:prstGeom>
          <a:solidFill>
            <a:srgbClr val="C505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973" dirty="0">
              <a:solidFill>
                <a:schemeClr val="bg1"/>
              </a:solidFill>
              <a:latin typeface="Arial" panose="020B0604020202020204" pitchFamily="34" charset="0"/>
              <a:cs typeface="Arial" panose="020B0604020202020204" pitchFamily="34" charset="0"/>
            </a:endParaRPr>
          </a:p>
        </p:txBody>
      </p:sp>
      <p:sp>
        <p:nvSpPr>
          <p:cNvPr id="15363" name="Rectangle 29">
            <a:extLst>
              <a:ext uri="{FF2B5EF4-FFF2-40B4-BE49-F238E27FC236}">
                <a16:creationId xmlns:a16="http://schemas.microsoft.com/office/drawing/2014/main" id="{FA2A0EED-C850-4031-80E1-511B9C05F2DA}"/>
              </a:ext>
            </a:extLst>
          </p:cNvPr>
          <p:cNvSpPr>
            <a:spLocks noChangeArrowheads="1"/>
          </p:cNvSpPr>
          <p:nvPr/>
        </p:nvSpPr>
        <p:spPr bwMode="auto">
          <a:xfrm>
            <a:off x="2184403" y="-16772335"/>
            <a:ext cx="184731" cy="77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800">
                <a:solidFill>
                  <a:schemeClr val="tx1"/>
                </a:solidFill>
                <a:latin typeface="Times New Roman" panose="02020603050405020304" pitchFamily="18" charset="0"/>
                <a:ea typeface="MS PGothic" panose="020B0600070205080204" pitchFamily="34" charset="-128"/>
              </a:defRPr>
            </a:lvl1pPr>
            <a:lvl2pPr marL="742950" indent="-285750">
              <a:defRPr sz="2800">
                <a:solidFill>
                  <a:schemeClr val="tx1"/>
                </a:solidFill>
                <a:latin typeface="Times New Roman" panose="02020603050405020304" pitchFamily="18" charset="0"/>
                <a:ea typeface="MS PGothic" panose="020B0600070205080204" pitchFamily="34" charset="-128"/>
              </a:defRPr>
            </a:lvl2pPr>
            <a:lvl3pPr marL="1143000" indent="-228600">
              <a:defRPr sz="2800">
                <a:solidFill>
                  <a:schemeClr val="tx1"/>
                </a:solidFill>
                <a:latin typeface="Times New Roman" panose="02020603050405020304" pitchFamily="18" charset="0"/>
                <a:ea typeface="MS PGothic" panose="020B0600070205080204" pitchFamily="34" charset="-128"/>
              </a:defRPr>
            </a:lvl3pPr>
            <a:lvl4pPr marL="1600200" indent="-228600">
              <a:defRPr sz="2800">
                <a:solidFill>
                  <a:schemeClr val="tx1"/>
                </a:solidFill>
                <a:latin typeface="Times New Roman" panose="02020603050405020304" pitchFamily="18" charset="0"/>
                <a:ea typeface="MS PGothic" panose="020B0600070205080204" pitchFamily="34" charset="-128"/>
              </a:defRPr>
            </a:lvl4pPr>
            <a:lvl5pPr marL="2057400" indent="-228600">
              <a:defRPr sz="28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MS PGothic" panose="020B0600070205080204" pitchFamily="34" charset="-128"/>
              </a:defRPr>
            </a:lvl9pPr>
          </a:lstStyle>
          <a:p>
            <a:pPr eaLnBrk="1" hangingPunct="1"/>
            <a:endParaRPr lang="en-US" altLang="en-US" sz="4460"/>
          </a:p>
        </p:txBody>
      </p:sp>
      <p:sp>
        <p:nvSpPr>
          <p:cNvPr id="15364" name="Rectangle 31">
            <a:extLst>
              <a:ext uri="{FF2B5EF4-FFF2-40B4-BE49-F238E27FC236}">
                <a16:creationId xmlns:a16="http://schemas.microsoft.com/office/drawing/2014/main" id="{B9937E9E-0157-4BD3-985C-500427CFBB5F}"/>
              </a:ext>
            </a:extLst>
          </p:cNvPr>
          <p:cNvSpPr>
            <a:spLocks noChangeArrowheads="1"/>
          </p:cNvSpPr>
          <p:nvPr/>
        </p:nvSpPr>
        <p:spPr bwMode="auto">
          <a:xfrm>
            <a:off x="2184403" y="-16772335"/>
            <a:ext cx="184731" cy="77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800">
                <a:solidFill>
                  <a:schemeClr val="tx1"/>
                </a:solidFill>
                <a:latin typeface="Times New Roman" panose="02020603050405020304" pitchFamily="18" charset="0"/>
                <a:ea typeface="MS PGothic" panose="020B0600070205080204" pitchFamily="34" charset="-128"/>
              </a:defRPr>
            </a:lvl1pPr>
            <a:lvl2pPr marL="742950" indent="-285750">
              <a:defRPr sz="2800">
                <a:solidFill>
                  <a:schemeClr val="tx1"/>
                </a:solidFill>
                <a:latin typeface="Times New Roman" panose="02020603050405020304" pitchFamily="18" charset="0"/>
                <a:ea typeface="MS PGothic" panose="020B0600070205080204" pitchFamily="34" charset="-128"/>
              </a:defRPr>
            </a:lvl2pPr>
            <a:lvl3pPr marL="1143000" indent="-228600">
              <a:defRPr sz="2800">
                <a:solidFill>
                  <a:schemeClr val="tx1"/>
                </a:solidFill>
                <a:latin typeface="Times New Roman" panose="02020603050405020304" pitchFamily="18" charset="0"/>
                <a:ea typeface="MS PGothic" panose="020B0600070205080204" pitchFamily="34" charset="-128"/>
              </a:defRPr>
            </a:lvl3pPr>
            <a:lvl4pPr marL="1600200" indent="-228600">
              <a:defRPr sz="2800">
                <a:solidFill>
                  <a:schemeClr val="tx1"/>
                </a:solidFill>
                <a:latin typeface="Times New Roman" panose="02020603050405020304" pitchFamily="18" charset="0"/>
                <a:ea typeface="MS PGothic" panose="020B0600070205080204" pitchFamily="34" charset="-128"/>
              </a:defRPr>
            </a:lvl4pPr>
            <a:lvl5pPr marL="2057400" indent="-228600">
              <a:defRPr sz="28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MS PGothic" panose="020B0600070205080204" pitchFamily="34" charset="-128"/>
              </a:defRPr>
            </a:lvl9pPr>
          </a:lstStyle>
          <a:p>
            <a:pPr eaLnBrk="1" hangingPunct="1"/>
            <a:endParaRPr lang="en-US" altLang="en-US" sz="4460"/>
          </a:p>
        </p:txBody>
      </p:sp>
      <p:sp>
        <p:nvSpPr>
          <p:cNvPr id="15365" name="Rectangle 33">
            <a:extLst>
              <a:ext uri="{FF2B5EF4-FFF2-40B4-BE49-F238E27FC236}">
                <a16:creationId xmlns:a16="http://schemas.microsoft.com/office/drawing/2014/main" id="{570C4CE9-E499-47AD-8559-3D129DBC5002}"/>
              </a:ext>
            </a:extLst>
          </p:cNvPr>
          <p:cNvSpPr>
            <a:spLocks noChangeArrowheads="1"/>
          </p:cNvSpPr>
          <p:nvPr/>
        </p:nvSpPr>
        <p:spPr bwMode="auto">
          <a:xfrm>
            <a:off x="2184403" y="-16772335"/>
            <a:ext cx="184731" cy="77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800">
                <a:solidFill>
                  <a:schemeClr val="tx1"/>
                </a:solidFill>
                <a:latin typeface="Times New Roman" panose="02020603050405020304" pitchFamily="18" charset="0"/>
                <a:ea typeface="MS PGothic" panose="020B0600070205080204" pitchFamily="34" charset="-128"/>
              </a:defRPr>
            </a:lvl1pPr>
            <a:lvl2pPr marL="742950" indent="-285750">
              <a:defRPr sz="2800">
                <a:solidFill>
                  <a:schemeClr val="tx1"/>
                </a:solidFill>
                <a:latin typeface="Times New Roman" panose="02020603050405020304" pitchFamily="18" charset="0"/>
                <a:ea typeface="MS PGothic" panose="020B0600070205080204" pitchFamily="34" charset="-128"/>
              </a:defRPr>
            </a:lvl2pPr>
            <a:lvl3pPr marL="1143000" indent="-228600">
              <a:defRPr sz="2800">
                <a:solidFill>
                  <a:schemeClr val="tx1"/>
                </a:solidFill>
                <a:latin typeface="Times New Roman" panose="02020603050405020304" pitchFamily="18" charset="0"/>
                <a:ea typeface="MS PGothic" panose="020B0600070205080204" pitchFamily="34" charset="-128"/>
              </a:defRPr>
            </a:lvl3pPr>
            <a:lvl4pPr marL="1600200" indent="-228600">
              <a:defRPr sz="2800">
                <a:solidFill>
                  <a:schemeClr val="tx1"/>
                </a:solidFill>
                <a:latin typeface="Times New Roman" panose="02020603050405020304" pitchFamily="18" charset="0"/>
                <a:ea typeface="MS PGothic" panose="020B0600070205080204" pitchFamily="34" charset="-128"/>
              </a:defRPr>
            </a:lvl4pPr>
            <a:lvl5pPr marL="2057400" indent="-228600">
              <a:defRPr sz="28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MS PGothic" panose="020B0600070205080204" pitchFamily="34" charset="-128"/>
              </a:defRPr>
            </a:lvl9pPr>
          </a:lstStyle>
          <a:p>
            <a:pPr eaLnBrk="1" hangingPunct="1"/>
            <a:endParaRPr lang="en-US" altLang="en-US" sz="4460"/>
          </a:p>
        </p:txBody>
      </p:sp>
      <p:sp>
        <p:nvSpPr>
          <p:cNvPr id="15366" name="Text Box 58">
            <a:extLst>
              <a:ext uri="{FF2B5EF4-FFF2-40B4-BE49-F238E27FC236}">
                <a16:creationId xmlns:a16="http://schemas.microsoft.com/office/drawing/2014/main" id="{E61F2205-235D-418B-B209-8EDC61A5650B}"/>
              </a:ext>
            </a:extLst>
          </p:cNvPr>
          <p:cNvSpPr txBox="1">
            <a:spLocks noChangeArrowheads="1"/>
          </p:cNvSpPr>
          <p:nvPr/>
        </p:nvSpPr>
        <p:spPr bwMode="auto">
          <a:xfrm>
            <a:off x="2078216" y="-16372881"/>
            <a:ext cx="1597848" cy="745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Times New Roman" panose="02020603050405020304" pitchFamily="18" charset="0"/>
                <a:ea typeface="MS PGothic" panose="020B0600070205080204" pitchFamily="34" charset="-128"/>
              </a:defRPr>
            </a:lvl1pPr>
            <a:lvl2pPr marL="742950" indent="-285750">
              <a:defRPr sz="2800">
                <a:solidFill>
                  <a:schemeClr val="tx1"/>
                </a:solidFill>
                <a:latin typeface="Times New Roman" panose="02020603050405020304" pitchFamily="18" charset="0"/>
                <a:ea typeface="MS PGothic" panose="020B0600070205080204" pitchFamily="34" charset="-128"/>
              </a:defRPr>
            </a:lvl2pPr>
            <a:lvl3pPr marL="1143000" indent="-228600">
              <a:defRPr sz="2800">
                <a:solidFill>
                  <a:schemeClr val="tx1"/>
                </a:solidFill>
                <a:latin typeface="Times New Roman" panose="02020603050405020304" pitchFamily="18" charset="0"/>
                <a:ea typeface="MS PGothic" panose="020B0600070205080204" pitchFamily="34" charset="-128"/>
              </a:defRPr>
            </a:lvl3pPr>
            <a:lvl4pPr marL="1600200" indent="-228600">
              <a:defRPr sz="2800">
                <a:solidFill>
                  <a:schemeClr val="tx1"/>
                </a:solidFill>
                <a:latin typeface="Times New Roman" panose="02020603050405020304" pitchFamily="18" charset="0"/>
                <a:ea typeface="MS PGothic" panose="020B0600070205080204" pitchFamily="34" charset="-128"/>
              </a:defRPr>
            </a:lvl4pPr>
            <a:lvl5pPr marL="2057400" indent="-228600">
              <a:defRPr sz="28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MS PGothic" panose="020B0600070205080204" pitchFamily="34" charset="-128"/>
              </a:defRPr>
            </a:lvl9pPr>
          </a:lstStyle>
          <a:p>
            <a:endParaRPr lang="en-US" altLang="en-US" sz="4460"/>
          </a:p>
        </p:txBody>
      </p:sp>
      <p:sp>
        <p:nvSpPr>
          <p:cNvPr id="15367" name="Text Box 63">
            <a:extLst>
              <a:ext uri="{FF2B5EF4-FFF2-40B4-BE49-F238E27FC236}">
                <a16:creationId xmlns:a16="http://schemas.microsoft.com/office/drawing/2014/main" id="{AD800311-06D7-4735-BC47-91A6348AC7E0}"/>
              </a:ext>
            </a:extLst>
          </p:cNvPr>
          <p:cNvSpPr txBox="1">
            <a:spLocks noChangeArrowheads="1"/>
          </p:cNvSpPr>
          <p:nvPr/>
        </p:nvSpPr>
        <p:spPr bwMode="auto">
          <a:xfrm>
            <a:off x="4500269" y="-16261645"/>
            <a:ext cx="1314686" cy="910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Times New Roman" panose="02020603050405020304" pitchFamily="18" charset="0"/>
                <a:ea typeface="MS PGothic" panose="020B0600070205080204" pitchFamily="34" charset="-128"/>
              </a:defRPr>
            </a:lvl1pPr>
            <a:lvl2pPr marL="742950" indent="-285750">
              <a:defRPr sz="2800">
                <a:solidFill>
                  <a:schemeClr val="tx1"/>
                </a:solidFill>
                <a:latin typeface="Times New Roman" panose="02020603050405020304" pitchFamily="18" charset="0"/>
                <a:ea typeface="MS PGothic" panose="020B0600070205080204" pitchFamily="34" charset="-128"/>
              </a:defRPr>
            </a:lvl2pPr>
            <a:lvl3pPr marL="1143000" indent="-228600">
              <a:defRPr sz="2800">
                <a:solidFill>
                  <a:schemeClr val="tx1"/>
                </a:solidFill>
                <a:latin typeface="Times New Roman" panose="02020603050405020304" pitchFamily="18" charset="0"/>
                <a:ea typeface="MS PGothic" panose="020B0600070205080204" pitchFamily="34" charset="-128"/>
              </a:defRPr>
            </a:lvl3pPr>
            <a:lvl4pPr marL="1600200" indent="-228600">
              <a:defRPr sz="2800">
                <a:solidFill>
                  <a:schemeClr val="tx1"/>
                </a:solidFill>
                <a:latin typeface="Times New Roman" panose="02020603050405020304" pitchFamily="18" charset="0"/>
                <a:ea typeface="MS PGothic" panose="020B0600070205080204" pitchFamily="34" charset="-128"/>
              </a:defRPr>
            </a:lvl4pPr>
            <a:lvl5pPr marL="2057400" indent="-228600">
              <a:defRPr sz="28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MS PGothic" panose="020B0600070205080204" pitchFamily="34" charset="-128"/>
              </a:defRPr>
            </a:lvl9pPr>
          </a:lstStyle>
          <a:p>
            <a:endParaRPr lang="en-US" altLang="en-US" sz="4460"/>
          </a:p>
        </p:txBody>
      </p:sp>
      <p:sp>
        <p:nvSpPr>
          <p:cNvPr id="15368" name="Text Box 61">
            <a:extLst>
              <a:ext uri="{FF2B5EF4-FFF2-40B4-BE49-F238E27FC236}">
                <a16:creationId xmlns:a16="http://schemas.microsoft.com/office/drawing/2014/main" id="{DD1D7608-C123-4A98-880F-03C0428FDAA1}"/>
              </a:ext>
            </a:extLst>
          </p:cNvPr>
          <p:cNvSpPr txBox="1">
            <a:spLocks noChangeArrowheads="1"/>
          </p:cNvSpPr>
          <p:nvPr/>
        </p:nvSpPr>
        <p:spPr bwMode="auto">
          <a:xfrm>
            <a:off x="3044003" y="-15639697"/>
            <a:ext cx="2611673" cy="77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chemeClr val="tx1"/>
                </a:solidFill>
                <a:latin typeface="Times New Roman" panose="02020603050405020304" pitchFamily="18" charset="0"/>
                <a:ea typeface="MS PGothic" panose="020B0600070205080204" pitchFamily="34" charset="-128"/>
              </a:defRPr>
            </a:lvl1pPr>
            <a:lvl2pPr marL="742950" indent="-285750">
              <a:defRPr sz="2800">
                <a:solidFill>
                  <a:schemeClr val="tx1"/>
                </a:solidFill>
                <a:latin typeface="Times New Roman" panose="02020603050405020304" pitchFamily="18" charset="0"/>
                <a:ea typeface="MS PGothic" panose="020B0600070205080204" pitchFamily="34" charset="-128"/>
              </a:defRPr>
            </a:lvl2pPr>
            <a:lvl3pPr marL="1143000" indent="-228600">
              <a:defRPr sz="2800">
                <a:solidFill>
                  <a:schemeClr val="tx1"/>
                </a:solidFill>
                <a:latin typeface="Times New Roman" panose="02020603050405020304" pitchFamily="18" charset="0"/>
                <a:ea typeface="MS PGothic" panose="020B0600070205080204" pitchFamily="34" charset="-128"/>
              </a:defRPr>
            </a:lvl3pPr>
            <a:lvl4pPr marL="1600200" indent="-228600">
              <a:defRPr sz="2800">
                <a:solidFill>
                  <a:schemeClr val="tx1"/>
                </a:solidFill>
                <a:latin typeface="Times New Roman" panose="02020603050405020304" pitchFamily="18" charset="0"/>
                <a:ea typeface="MS PGothic" panose="020B0600070205080204" pitchFamily="34" charset="-128"/>
              </a:defRPr>
            </a:lvl4pPr>
            <a:lvl5pPr marL="2057400" indent="-228600">
              <a:defRPr sz="28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MS PGothic" panose="020B0600070205080204" pitchFamily="34" charset="-128"/>
              </a:defRPr>
            </a:lvl9pPr>
          </a:lstStyle>
          <a:p>
            <a:endParaRPr lang="en-US" altLang="en-US" sz="4460"/>
          </a:p>
        </p:txBody>
      </p:sp>
      <p:sp>
        <p:nvSpPr>
          <p:cNvPr id="12" name="TextBox 11">
            <a:extLst>
              <a:ext uri="{FF2B5EF4-FFF2-40B4-BE49-F238E27FC236}">
                <a16:creationId xmlns:a16="http://schemas.microsoft.com/office/drawing/2014/main" id="{07DDB51E-009D-4C90-B171-DEA53851EAB8}"/>
              </a:ext>
            </a:extLst>
          </p:cNvPr>
          <p:cNvSpPr txBox="1"/>
          <p:nvPr/>
        </p:nvSpPr>
        <p:spPr>
          <a:xfrm>
            <a:off x="6865258" y="4209251"/>
            <a:ext cx="25588685" cy="2003754"/>
          </a:xfrm>
          <a:prstGeom prst="rect">
            <a:avLst/>
          </a:prstGeom>
          <a:noFill/>
        </p:spPr>
        <p:txBody>
          <a:bodyPr wrap="square" rtlCol="0">
            <a:spAutoFit/>
          </a:bodyPr>
          <a:lstStyle/>
          <a:p>
            <a:pPr algn="ctr"/>
            <a:r>
              <a:rPr lang="en-US" sz="5016" b="1" dirty="0">
                <a:solidFill>
                  <a:schemeClr val="bg1"/>
                </a:solidFill>
                <a:latin typeface="Arial" panose="020B0604020202020204" pitchFamily="34" charset="0"/>
                <a:cs typeface="Arial" panose="020B0604020202020204" pitchFamily="34" charset="0"/>
              </a:rPr>
              <a:t>ECE ??? </a:t>
            </a:r>
          </a:p>
          <a:p>
            <a:pPr algn="ctr"/>
            <a:endParaRPr lang="en-US" sz="2389" b="1" dirty="0">
              <a:solidFill>
                <a:schemeClr val="bg1"/>
              </a:solidFill>
              <a:latin typeface="Arial" panose="020B0604020202020204" pitchFamily="34" charset="0"/>
              <a:cs typeface="Arial" panose="020B0604020202020204" pitchFamily="34" charset="0"/>
            </a:endParaRPr>
          </a:p>
          <a:p>
            <a:pPr algn="ctr"/>
            <a:r>
              <a:rPr lang="en-US" sz="5016" b="1" dirty="0">
                <a:solidFill>
                  <a:schemeClr val="bg1"/>
                </a:solidFill>
                <a:latin typeface="Arial" panose="020B0604020202020204" pitchFamily="34" charset="0"/>
                <a:cs typeface="Arial" panose="020B0604020202020204" pitchFamily="34" charset="0"/>
              </a:rPr>
              <a:t>&lt;Team Name&gt;</a:t>
            </a:r>
          </a:p>
        </p:txBody>
      </p:sp>
      <p:sp>
        <p:nvSpPr>
          <p:cNvPr id="25" name="Rectangle 24">
            <a:extLst>
              <a:ext uri="{FF2B5EF4-FFF2-40B4-BE49-F238E27FC236}">
                <a16:creationId xmlns:a16="http://schemas.microsoft.com/office/drawing/2014/main" id="{A31C9414-DAF4-4567-B80A-E87D2A32B3EF}"/>
              </a:ext>
            </a:extLst>
          </p:cNvPr>
          <p:cNvSpPr/>
          <p:nvPr/>
        </p:nvSpPr>
        <p:spPr>
          <a:xfrm>
            <a:off x="13886544" y="4935712"/>
            <a:ext cx="11840835" cy="1381994"/>
          </a:xfrm>
          <a:prstGeom prst="rect">
            <a:avLst/>
          </a:prstGeom>
          <a:solidFill>
            <a:srgbClr val="C505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5733" b="1" dirty="0">
                <a:solidFill>
                  <a:schemeClr val="bg1"/>
                </a:solidFill>
                <a:latin typeface="Arial" panose="020B0604020202020204" pitchFamily="34" charset="0"/>
                <a:cs typeface="Arial" panose="020B0604020202020204" pitchFamily="34" charset="0"/>
              </a:rPr>
              <a:t>The Problem</a:t>
            </a:r>
          </a:p>
        </p:txBody>
      </p:sp>
      <p:sp>
        <p:nvSpPr>
          <p:cNvPr id="30" name="Rectangle 29">
            <a:extLst>
              <a:ext uri="{FF2B5EF4-FFF2-40B4-BE49-F238E27FC236}">
                <a16:creationId xmlns:a16="http://schemas.microsoft.com/office/drawing/2014/main" id="{DE9F486B-187F-42FD-BC06-F06B3E11A1E0}"/>
              </a:ext>
            </a:extLst>
          </p:cNvPr>
          <p:cNvSpPr/>
          <p:nvPr/>
        </p:nvSpPr>
        <p:spPr>
          <a:xfrm>
            <a:off x="406899" y="4936781"/>
            <a:ext cx="13231995" cy="1381994"/>
          </a:xfrm>
          <a:prstGeom prst="rect">
            <a:avLst/>
          </a:prstGeom>
          <a:solidFill>
            <a:srgbClr val="C505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5733" b="1" dirty="0">
                <a:solidFill>
                  <a:schemeClr val="bg1"/>
                </a:solidFill>
                <a:latin typeface="Arial" panose="020B0604020202020204" pitchFamily="34" charset="0"/>
                <a:cs typeface="Arial" panose="020B0604020202020204" pitchFamily="34" charset="0"/>
              </a:rPr>
              <a:t>Background and Motivation</a:t>
            </a:r>
          </a:p>
        </p:txBody>
      </p:sp>
      <p:sp>
        <p:nvSpPr>
          <p:cNvPr id="34" name="Rectangle 33">
            <a:extLst>
              <a:ext uri="{FF2B5EF4-FFF2-40B4-BE49-F238E27FC236}">
                <a16:creationId xmlns:a16="http://schemas.microsoft.com/office/drawing/2014/main" id="{DEEBFA90-DD08-4264-A16C-27145B3968F0}"/>
              </a:ext>
            </a:extLst>
          </p:cNvPr>
          <p:cNvSpPr/>
          <p:nvPr/>
        </p:nvSpPr>
        <p:spPr>
          <a:xfrm>
            <a:off x="26022097" y="4963152"/>
            <a:ext cx="12477953" cy="1381993"/>
          </a:xfrm>
          <a:prstGeom prst="rect">
            <a:avLst/>
          </a:prstGeom>
          <a:solidFill>
            <a:srgbClr val="C505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5733" b="1" dirty="0">
                <a:solidFill>
                  <a:schemeClr val="bg1"/>
                </a:solidFill>
                <a:latin typeface="Arial" panose="020B0604020202020204" pitchFamily="34" charset="0"/>
                <a:cs typeface="Arial" panose="020B0604020202020204" pitchFamily="34" charset="0"/>
              </a:rPr>
              <a:t>Results</a:t>
            </a:r>
          </a:p>
        </p:txBody>
      </p:sp>
      <p:sp>
        <p:nvSpPr>
          <p:cNvPr id="35" name="Rectangle 34">
            <a:extLst>
              <a:ext uri="{FF2B5EF4-FFF2-40B4-BE49-F238E27FC236}">
                <a16:creationId xmlns:a16="http://schemas.microsoft.com/office/drawing/2014/main" id="{53EFABFA-008E-4AD2-BBCA-B22FCA2707EF}"/>
              </a:ext>
            </a:extLst>
          </p:cNvPr>
          <p:cNvSpPr/>
          <p:nvPr/>
        </p:nvSpPr>
        <p:spPr>
          <a:xfrm>
            <a:off x="294720" y="15608769"/>
            <a:ext cx="13297104" cy="1813277"/>
          </a:xfrm>
          <a:prstGeom prst="rect">
            <a:avLst/>
          </a:prstGeom>
          <a:solidFill>
            <a:srgbClr val="C505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5733" b="1" dirty="0">
                <a:solidFill>
                  <a:schemeClr val="bg1"/>
                </a:solidFill>
                <a:latin typeface="Arial" panose="020B0604020202020204" pitchFamily="34" charset="0"/>
                <a:cs typeface="Arial" panose="020B0604020202020204" pitchFamily="34" charset="0"/>
              </a:rPr>
              <a:t>Our Approach</a:t>
            </a:r>
          </a:p>
        </p:txBody>
      </p:sp>
      <p:sp>
        <p:nvSpPr>
          <p:cNvPr id="36" name="Rectangle 35">
            <a:extLst>
              <a:ext uri="{FF2B5EF4-FFF2-40B4-BE49-F238E27FC236}">
                <a16:creationId xmlns:a16="http://schemas.microsoft.com/office/drawing/2014/main" id="{7FE94BF9-C824-47B0-897E-0B5D22594F20}"/>
              </a:ext>
            </a:extLst>
          </p:cNvPr>
          <p:cNvSpPr/>
          <p:nvPr/>
        </p:nvSpPr>
        <p:spPr>
          <a:xfrm>
            <a:off x="26022097" y="17552858"/>
            <a:ext cx="12477953" cy="1381992"/>
          </a:xfrm>
          <a:prstGeom prst="rect">
            <a:avLst/>
          </a:prstGeom>
          <a:solidFill>
            <a:srgbClr val="C505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5733" b="1" dirty="0">
                <a:solidFill>
                  <a:schemeClr val="bg1"/>
                </a:solidFill>
                <a:latin typeface="Arial" panose="020B0604020202020204" pitchFamily="34" charset="0"/>
                <a:cs typeface="Arial" panose="020B0604020202020204" pitchFamily="34" charset="0"/>
              </a:rPr>
              <a:t>Next Steps</a:t>
            </a:r>
          </a:p>
        </p:txBody>
      </p:sp>
      <p:sp>
        <p:nvSpPr>
          <p:cNvPr id="202" name="Rectangle 201">
            <a:extLst>
              <a:ext uri="{FF2B5EF4-FFF2-40B4-BE49-F238E27FC236}">
                <a16:creationId xmlns:a16="http://schemas.microsoft.com/office/drawing/2014/main" id="{110B25B3-C233-456E-8EBD-1270B4BBA2F5}"/>
              </a:ext>
            </a:extLst>
          </p:cNvPr>
          <p:cNvSpPr/>
          <p:nvPr/>
        </p:nvSpPr>
        <p:spPr>
          <a:xfrm>
            <a:off x="13835045" y="19411363"/>
            <a:ext cx="11875167" cy="1323202"/>
          </a:xfrm>
          <a:prstGeom prst="rect">
            <a:avLst/>
          </a:prstGeom>
          <a:solidFill>
            <a:srgbClr val="C505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5733" b="1" dirty="0">
                <a:solidFill>
                  <a:schemeClr val="bg1"/>
                </a:solidFill>
                <a:latin typeface="Arial" panose="020B0604020202020204" pitchFamily="34" charset="0"/>
                <a:cs typeface="Arial" panose="020B0604020202020204" pitchFamily="34" charset="0"/>
              </a:rPr>
              <a:t>Temporal Interface</a:t>
            </a:r>
          </a:p>
        </p:txBody>
      </p:sp>
      <p:sp>
        <p:nvSpPr>
          <p:cNvPr id="15375" name="Rectangle 15374">
            <a:extLst>
              <a:ext uri="{FF2B5EF4-FFF2-40B4-BE49-F238E27FC236}">
                <a16:creationId xmlns:a16="http://schemas.microsoft.com/office/drawing/2014/main" id="{D3C792C5-0E28-4AC8-A408-EE6044A2CDE1}"/>
              </a:ext>
            </a:extLst>
          </p:cNvPr>
          <p:cNvSpPr/>
          <p:nvPr/>
        </p:nvSpPr>
        <p:spPr>
          <a:xfrm>
            <a:off x="310512" y="378400"/>
            <a:ext cx="6731104" cy="3780733"/>
          </a:xfrm>
          <a:prstGeom prst="rect">
            <a:avLst/>
          </a:prstGeom>
          <a:solidFill>
            <a:srgbClr val="C505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5016" b="1" dirty="0">
              <a:solidFill>
                <a:schemeClr val="bg1"/>
              </a:solidFill>
              <a:latin typeface="Arial" panose="020B0604020202020204" pitchFamily="34" charset="0"/>
              <a:cs typeface="Arial" panose="020B0604020202020204" pitchFamily="34" charset="0"/>
            </a:endParaRPr>
          </a:p>
        </p:txBody>
      </p:sp>
      <p:sp>
        <p:nvSpPr>
          <p:cNvPr id="15377" name="TextBox 15376">
            <a:extLst>
              <a:ext uri="{FF2B5EF4-FFF2-40B4-BE49-F238E27FC236}">
                <a16:creationId xmlns:a16="http://schemas.microsoft.com/office/drawing/2014/main" id="{6F71B1B2-8A49-474C-A9E7-25462C6514C8}"/>
              </a:ext>
            </a:extLst>
          </p:cNvPr>
          <p:cNvSpPr txBox="1"/>
          <p:nvPr/>
        </p:nvSpPr>
        <p:spPr>
          <a:xfrm>
            <a:off x="-488414" y="28655434"/>
            <a:ext cx="8416086" cy="680507"/>
          </a:xfrm>
          <a:prstGeom prst="rect">
            <a:avLst/>
          </a:prstGeom>
          <a:noFill/>
        </p:spPr>
        <p:txBody>
          <a:bodyPr wrap="none" rtlCol="0">
            <a:spAutoFit/>
          </a:bodyPr>
          <a:lstStyle/>
          <a:p>
            <a:r>
              <a:rPr lang="en-US" sz="3822" b="1" dirty="0">
                <a:solidFill>
                  <a:schemeClr val="bg1"/>
                </a:solidFill>
              </a:rPr>
              <a:t>           ECE Capstone Open House 2024</a:t>
            </a:r>
          </a:p>
        </p:txBody>
      </p:sp>
      <p:sp>
        <p:nvSpPr>
          <p:cNvPr id="4" name="Rectangle 3">
            <a:extLst>
              <a:ext uri="{FF2B5EF4-FFF2-40B4-BE49-F238E27FC236}">
                <a16:creationId xmlns:a16="http://schemas.microsoft.com/office/drawing/2014/main" id="{F94DC68F-D74F-CBA6-DF8E-99DB402FC877}"/>
              </a:ext>
            </a:extLst>
          </p:cNvPr>
          <p:cNvSpPr/>
          <p:nvPr/>
        </p:nvSpPr>
        <p:spPr>
          <a:xfrm>
            <a:off x="33494135" y="27269019"/>
            <a:ext cx="3414889" cy="686229"/>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973" b="1" dirty="0">
              <a:solidFill>
                <a:schemeClr val="bg1"/>
              </a:solidFill>
              <a:latin typeface="Arial" panose="020B0604020202020204" pitchFamily="34" charset="0"/>
              <a:cs typeface="Arial" panose="020B0604020202020204" pitchFamily="34" charset="0"/>
            </a:endParaRPr>
          </a:p>
        </p:txBody>
      </p:sp>
      <p:sp>
        <p:nvSpPr>
          <p:cNvPr id="3" name="Rectangle 2">
            <a:extLst>
              <a:ext uri="{FF2B5EF4-FFF2-40B4-BE49-F238E27FC236}">
                <a16:creationId xmlns:a16="http://schemas.microsoft.com/office/drawing/2014/main" id="{5B1873DA-91CE-364F-5CF3-E3CE3B1227BD}"/>
              </a:ext>
            </a:extLst>
          </p:cNvPr>
          <p:cNvSpPr/>
          <p:nvPr/>
        </p:nvSpPr>
        <p:spPr>
          <a:xfrm>
            <a:off x="359829" y="4926627"/>
            <a:ext cx="13231995" cy="10240435"/>
          </a:xfrm>
          <a:prstGeom prst="rect">
            <a:avLst/>
          </a:prstGeom>
          <a:noFill/>
          <a:ln w="38100">
            <a:solidFill>
              <a:schemeClr val="accent1">
                <a:shade val="1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344" b="1" dirty="0">
              <a:solidFill>
                <a:schemeClr val="bg1"/>
              </a:solidFill>
              <a:latin typeface="Arial" panose="020B0604020202020204" pitchFamily="34" charset="0"/>
              <a:cs typeface="Arial" panose="020B0604020202020204" pitchFamily="34" charset="0"/>
            </a:endParaRPr>
          </a:p>
        </p:txBody>
      </p:sp>
      <p:sp>
        <p:nvSpPr>
          <p:cNvPr id="7" name="Rectangle 6">
            <a:extLst>
              <a:ext uri="{FF2B5EF4-FFF2-40B4-BE49-F238E27FC236}">
                <a16:creationId xmlns:a16="http://schemas.microsoft.com/office/drawing/2014/main" id="{A540AA3E-571D-BCDB-D7FD-FCD22DEC3487}"/>
              </a:ext>
            </a:extLst>
          </p:cNvPr>
          <p:cNvSpPr/>
          <p:nvPr/>
        </p:nvSpPr>
        <p:spPr>
          <a:xfrm>
            <a:off x="13886544" y="4963152"/>
            <a:ext cx="11840835" cy="8884019"/>
          </a:xfrm>
          <a:prstGeom prst="rect">
            <a:avLst/>
          </a:prstGeom>
          <a:noFill/>
          <a:ln w="38100">
            <a:solidFill>
              <a:schemeClr val="accent1">
                <a:shade val="1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344" b="1" dirty="0">
              <a:solidFill>
                <a:schemeClr val="bg1"/>
              </a:solidFill>
              <a:latin typeface="Arial" panose="020B060402020202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DCA60DA1-4846-5F2E-5FD1-335471465E90}"/>
              </a:ext>
            </a:extLst>
          </p:cNvPr>
          <p:cNvSpPr/>
          <p:nvPr/>
        </p:nvSpPr>
        <p:spPr>
          <a:xfrm>
            <a:off x="26022097" y="4963152"/>
            <a:ext cx="12477953" cy="23740575"/>
          </a:xfrm>
          <a:prstGeom prst="rect">
            <a:avLst/>
          </a:prstGeom>
          <a:noFill/>
          <a:ln w="38100">
            <a:solidFill>
              <a:schemeClr val="accent1">
                <a:shade val="1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344" b="1" dirty="0">
              <a:solidFill>
                <a:schemeClr val="bg1"/>
              </a:solidFill>
              <a:latin typeface="Arial" panose="020B0604020202020204" pitchFamily="34" charset="0"/>
              <a:cs typeface="Arial" panose="020B0604020202020204" pitchFamily="34" charset="0"/>
            </a:endParaRPr>
          </a:p>
        </p:txBody>
      </p:sp>
      <p:sp>
        <p:nvSpPr>
          <p:cNvPr id="10" name="Rectangle 9">
            <a:extLst>
              <a:ext uri="{FF2B5EF4-FFF2-40B4-BE49-F238E27FC236}">
                <a16:creationId xmlns:a16="http://schemas.microsoft.com/office/drawing/2014/main" id="{8A8881E6-6CFE-401D-B218-0B3B2AC78281}"/>
              </a:ext>
            </a:extLst>
          </p:cNvPr>
          <p:cNvSpPr/>
          <p:nvPr/>
        </p:nvSpPr>
        <p:spPr>
          <a:xfrm>
            <a:off x="359829" y="15608769"/>
            <a:ext cx="13231995" cy="15252231"/>
          </a:xfrm>
          <a:prstGeom prst="rect">
            <a:avLst/>
          </a:prstGeom>
          <a:noFill/>
          <a:ln w="38100">
            <a:solidFill>
              <a:schemeClr val="accent1">
                <a:shade val="1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344" b="1" dirty="0">
              <a:solidFill>
                <a:schemeClr val="bg1"/>
              </a:solidFill>
              <a:latin typeface="Arial" panose="020B0604020202020204" pitchFamily="34" charset="0"/>
              <a:cs typeface="Arial" panose="020B0604020202020204" pitchFamily="34" charset="0"/>
            </a:endParaRPr>
          </a:p>
        </p:txBody>
      </p:sp>
      <p:sp>
        <p:nvSpPr>
          <p:cNvPr id="11" name="Rectangle 10">
            <a:extLst>
              <a:ext uri="{FF2B5EF4-FFF2-40B4-BE49-F238E27FC236}">
                <a16:creationId xmlns:a16="http://schemas.microsoft.com/office/drawing/2014/main" id="{7CB3CF86-FED8-D0E9-C75A-D2EDD506E553}"/>
              </a:ext>
            </a:extLst>
          </p:cNvPr>
          <p:cNvSpPr/>
          <p:nvPr/>
        </p:nvSpPr>
        <p:spPr>
          <a:xfrm>
            <a:off x="13852212" y="19411363"/>
            <a:ext cx="11840835" cy="11449636"/>
          </a:xfrm>
          <a:prstGeom prst="rect">
            <a:avLst/>
          </a:prstGeom>
          <a:noFill/>
          <a:ln w="38100">
            <a:solidFill>
              <a:schemeClr val="accent1">
                <a:shade val="1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344" b="1" dirty="0">
              <a:solidFill>
                <a:schemeClr val="bg1"/>
              </a:solidFill>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2F888FF4-18C1-0114-49DE-65302E796083}"/>
              </a:ext>
            </a:extLst>
          </p:cNvPr>
          <p:cNvSpPr txBox="1"/>
          <p:nvPr/>
        </p:nvSpPr>
        <p:spPr>
          <a:xfrm>
            <a:off x="5655676" y="278819"/>
            <a:ext cx="27634947" cy="3046988"/>
          </a:xfrm>
          <a:prstGeom prst="rect">
            <a:avLst/>
          </a:prstGeom>
          <a:noFill/>
        </p:spPr>
        <p:txBody>
          <a:bodyPr wrap="square" rtlCol="0">
            <a:spAutoFit/>
          </a:bodyPr>
          <a:lstStyle/>
          <a:p>
            <a:pPr algn="ctr"/>
            <a:r>
              <a:rPr lang="en-US" sz="9600" b="1" dirty="0">
                <a:solidFill>
                  <a:schemeClr val="bg1"/>
                </a:solidFill>
                <a:latin typeface="Arabic Typesetting" panose="020F0502020204030204" pitchFamily="66" charset="-78"/>
                <a:cs typeface="Arabic Typesetting" panose="020F0502020204030204" pitchFamily="66" charset="-78"/>
              </a:rPr>
              <a:t>ECE 455</a:t>
            </a:r>
          </a:p>
          <a:p>
            <a:pPr algn="ctr"/>
            <a:r>
              <a:rPr lang="en-US" sz="9600" b="1" dirty="0">
                <a:solidFill>
                  <a:schemeClr val="bg1"/>
                </a:solidFill>
                <a:latin typeface="Arabic Typesetting" panose="020F0502020204030204" pitchFamily="66" charset="-78"/>
                <a:cs typeface="Arabic Typesetting" panose="020F0502020204030204" pitchFamily="66" charset="-78"/>
              </a:rPr>
              <a:t>The Brain Stimulator</a:t>
            </a:r>
            <a:endParaRPr lang="en-US" sz="2000" b="1" dirty="0">
              <a:solidFill>
                <a:schemeClr val="bg1"/>
              </a:solidFill>
              <a:latin typeface="Arabic Typesetting" panose="020F0502020204030204" pitchFamily="66" charset="-78"/>
              <a:cs typeface="Arabic Typesetting" panose="020F0502020204030204" pitchFamily="66" charset="-78"/>
            </a:endParaRPr>
          </a:p>
        </p:txBody>
      </p:sp>
      <p:sp>
        <p:nvSpPr>
          <p:cNvPr id="14" name="Rectangle 13">
            <a:extLst>
              <a:ext uri="{FF2B5EF4-FFF2-40B4-BE49-F238E27FC236}">
                <a16:creationId xmlns:a16="http://schemas.microsoft.com/office/drawing/2014/main" id="{4426050A-8698-151F-3BCA-4ACC6BBBF586}"/>
              </a:ext>
            </a:extLst>
          </p:cNvPr>
          <p:cNvSpPr/>
          <p:nvPr/>
        </p:nvSpPr>
        <p:spPr>
          <a:xfrm>
            <a:off x="301252" y="442425"/>
            <a:ext cx="5635343" cy="2376975"/>
          </a:xfrm>
          <a:prstGeom prst="rect">
            <a:avLst/>
          </a:prstGeom>
          <a:solidFill>
            <a:srgbClr val="C505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4200" b="1" dirty="0">
              <a:solidFill>
                <a:schemeClr val="bg1"/>
              </a:solidFill>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846AA926-6438-F1E9-7339-94FB807EC0A5}"/>
              </a:ext>
            </a:extLst>
          </p:cNvPr>
          <p:cNvSpPr txBox="1"/>
          <p:nvPr/>
        </p:nvSpPr>
        <p:spPr>
          <a:xfrm>
            <a:off x="14431787" y="3295039"/>
            <a:ext cx="21045209" cy="1015663"/>
          </a:xfrm>
          <a:prstGeom prst="rect">
            <a:avLst/>
          </a:prstGeom>
          <a:noFill/>
        </p:spPr>
        <p:txBody>
          <a:bodyPr wrap="square" rtlCol="0">
            <a:spAutoFit/>
          </a:bodyPr>
          <a:lstStyle/>
          <a:p>
            <a:pPr algn="just"/>
            <a:r>
              <a:rPr lang="en-US" sz="6000" b="1" dirty="0">
                <a:solidFill>
                  <a:schemeClr val="bg1"/>
                </a:solidFill>
                <a:latin typeface="Arabic Typesetting" panose="03020402040406030203" pitchFamily="66" charset="-78"/>
                <a:cs typeface="Arabic Typesetting" panose="03020402040406030203" pitchFamily="66" charset="-78"/>
              </a:rPr>
              <a:t>Samad Quryshi, Tyler White, Guandong Koang</a:t>
            </a:r>
          </a:p>
        </p:txBody>
      </p:sp>
      <p:sp>
        <p:nvSpPr>
          <p:cNvPr id="6" name="Rectangle 5">
            <a:extLst>
              <a:ext uri="{FF2B5EF4-FFF2-40B4-BE49-F238E27FC236}">
                <a16:creationId xmlns:a16="http://schemas.microsoft.com/office/drawing/2014/main" id="{DB912C95-3625-B048-DEE3-87794A10E1D5}"/>
              </a:ext>
            </a:extLst>
          </p:cNvPr>
          <p:cNvSpPr/>
          <p:nvPr/>
        </p:nvSpPr>
        <p:spPr>
          <a:xfrm>
            <a:off x="26022097" y="24363268"/>
            <a:ext cx="12477953" cy="1381992"/>
          </a:xfrm>
          <a:prstGeom prst="rect">
            <a:avLst/>
          </a:prstGeom>
          <a:solidFill>
            <a:srgbClr val="C505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5733" b="1" dirty="0">
                <a:solidFill>
                  <a:schemeClr val="bg1"/>
                </a:solidFill>
                <a:latin typeface="Arial" panose="020B0604020202020204" pitchFamily="34" charset="0"/>
                <a:cs typeface="Arial" panose="020B0604020202020204" pitchFamily="34" charset="0"/>
              </a:rPr>
              <a:t>References</a:t>
            </a:r>
          </a:p>
        </p:txBody>
      </p:sp>
      <p:pic>
        <p:nvPicPr>
          <p:cNvPr id="9" name="Content Placeholder 5" descr="A diagram of a computer&#10;&#10;AI-generated content may be incorrect.">
            <a:extLst>
              <a:ext uri="{FF2B5EF4-FFF2-40B4-BE49-F238E27FC236}">
                <a16:creationId xmlns:a16="http://schemas.microsoft.com/office/drawing/2014/main" id="{4322AC25-B4D4-F655-B720-3AAB82ADF6A0}"/>
              </a:ext>
            </a:extLst>
          </p:cNvPr>
          <p:cNvPicPr>
            <a:picLocks noChangeAspect="1"/>
          </p:cNvPicPr>
          <p:nvPr/>
        </p:nvPicPr>
        <p:blipFill>
          <a:blip r:embed="rId3"/>
          <a:stretch>
            <a:fillRect/>
          </a:stretch>
        </p:blipFill>
        <p:spPr>
          <a:xfrm>
            <a:off x="652441" y="17642452"/>
            <a:ext cx="12740910" cy="7942868"/>
          </a:xfrm>
          <a:prstGeom prst="rect">
            <a:avLst/>
          </a:prstGeom>
        </p:spPr>
      </p:pic>
      <p:sp>
        <p:nvSpPr>
          <p:cNvPr id="18" name="TextBox 17">
            <a:extLst>
              <a:ext uri="{FF2B5EF4-FFF2-40B4-BE49-F238E27FC236}">
                <a16:creationId xmlns:a16="http://schemas.microsoft.com/office/drawing/2014/main" id="{F670BF3D-B3F5-F101-79DD-85520D67286A}"/>
              </a:ext>
            </a:extLst>
          </p:cNvPr>
          <p:cNvSpPr txBox="1"/>
          <p:nvPr/>
        </p:nvSpPr>
        <p:spPr>
          <a:xfrm>
            <a:off x="819150" y="6533936"/>
            <a:ext cx="12211050" cy="7540526"/>
          </a:xfrm>
          <a:prstGeom prst="rect">
            <a:avLst/>
          </a:prstGeom>
          <a:noFill/>
        </p:spPr>
        <p:txBody>
          <a:bodyPr wrap="square">
            <a:spAutoFit/>
          </a:bodyPr>
          <a:lstStyle/>
          <a:p>
            <a:r>
              <a:rPr lang="en-US" sz="4400" dirty="0"/>
              <a:t>Deep brain stimulation (DBS) has emerged as a highly effective neuromodulation technique for treating several neurological disorders, most notably Parkinson’s disease, where it has significantly improved motor symptoms and quality of life for thousands of patients. Building on its clinical success, recent research has explored DBS as a potential therapy for severe opioid addiction, with early studies demonstrating promising outcomes in reducing cravings and supporting long-term recovery [1].</a:t>
            </a:r>
          </a:p>
        </p:txBody>
      </p:sp>
      <p:pic>
        <p:nvPicPr>
          <p:cNvPr id="1026" name="Picture 2" descr="Temporal Interference Stimulation - A New Application for Pairs of DS5  Stimulators | Digitimer">
            <a:extLst>
              <a:ext uri="{FF2B5EF4-FFF2-40B4-BE49-F238E27FC236}">
                <a16:creationId xmlns:a16="http://schemas.microsoft.com/office/drawing/2014/main" id="{547FA002-8A65-1375-936D-33EEE625C97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297400" y="24197555"/>
            <a:ext cx="6400800" cy="6400800"/>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85514006-BE46-F7E8-F378-9DB1BBC08959}"/>
              </a:ext>
            </a:extLst>
          </p:cNvPr>
          <p:cNvSpPr txBox="1"/>
          <p:nvPr/>
        </p:nvSpPr>
        <p:spPr>
          <a:xfrm>
            <a:off x="359829" y="25450800"/>
            <a:ext cx="13231995" cy="4154984"/>
          </a:xfrm>
          <a:prstGeom prst="rect">
            <a:avLst/>
          </a:prstGeom>
          <a:noFill/>
        </p:spPr>
        <p:txBody>
          <a:bodyPr wrap="square">
            <a:spAutoFit/>
          </a:bodyPr>
          <a:lstStyle/>
          <a:p>
            <a:pPr marL="571500" indent="-571500">
              <a:buFont typeface="Arial" panose="020B0604020202020204" pitchFamily="34" charset="0"/>
              <a:buChar char="•"/>
            </a:pPr>
            <a:r>
              <a:rPr lang="en-US" sz="4400" dirty="0"/>
              <a:t>Pipelined amplifier stages</a:t>
            </a:r>
          </a:p>
          <a:p>
            <a:pPr marL="571500" indent="-571500">
              <a:buFont typeface="Arial" panose="020B0604020202020204" pitchFamily="34" charset="0"/>
              <a:buChar char="•"/>
            </a:pPr>
            <a:r>
              <a:rPr lang="en-US" sz="4400" dirty="0"/>
              <a:t>Precise control using DDS</a:t>
            </a:r>
          </a:p>
          <a:p>
            <a:pPr marL="571500" indent="-571500">
              <a:buFont typeface="Arial" panose="020B0604020202020204" pitchFamily="34" charset="0"/>
              <a:buChar char="•"/>
            </a:pPr>
            <a:r>
              <a:rPr lang="en-US" sz="4400" dirty="0"/>
              <a:t>Ramp function to reduce pain</a:t>
            </a:r>
          </a:p>
          <a:p>
            <a:pPr marL="571500" indent="-571500">
              <a:buFont typeface="Arial" panose="020B0604020202020204" pitchFamily="34" charset="0"/>
              <a:buChar char="•"/>
            </a:pPr>
            <a:r>
              <a:rPr lang="en-US" sz="4400" dirty="0"/>
              <a:t>Transformer isolated four port output</a:t>
            </a:r>
          </a:p>
          <a:p>
            <a:pPr marL="571500" indent="-571500">
              <a:buFont typeface="Arial" panose="020B0604020202020204" pitchFamily="34" charset="0"/>
              <a:buChar char="•"/>
            </a:pPr>
            <a:r>
              <a:rPr lang="en-US" sz="4400" dirty="0"/>
              <a:t>Onboard battery</a:t>
            </a:r>
          </a:p>
          <a:p>
            <a:pPr marL="571500" indent="-571500">
              <a:buFont typeface="Arial" panose="020B0604020202020204" pitchFamily="34" charset="0"/>
              <a:buChar char="•"/>
            </a:pPr>
            <a:r>
              <a:rPr lang="en-US" sz="4400" dirty="0"/>
              <a:t>Feedback ADCs for current monitoring</a:t>
            </a:r>
          </a:p>
        </p:txBody>
      </p:sp>
      <p:sp>
        <p:nvSpPr>
          <p:cNvPr id="19" name="TextBox 18">
            <a:extLst>
              <a:ext uri="{FF2B5EF4-FFF2-40B4-BE49-F238E27FC236}">
                <a16:creationId xmlns:a16="http://schemas.microsoft.com/office/drawing/2014/main" id="{29AF4C4A-93C7-CBA3-80DC-E6B978533DFD}"/>
              </a:ext>
            </a:extLst>
          </p:cNvPr>
          <p:cNvSpPr txBox="1"/>
          <p:nvPr/>
        </p:nvSpPr>
        <p:spPr>
          <a:xfrm>
            <a:off x="26056430" y="6342027"/>
            <a:ext cx="12443620" cy="10926068"/>
          </a:xfrm>
          <a:prstGeom prst="rect">
            <a:avLst/>
          </a:prstGeom>
          <a:noFill/>
        </p:spPr>
        <p:txBody>
          <a:bodyPr wrap="square">
            <a:spAutoFit/>
          </a:bodyPr>
          <a:lstStyle/>
          <a:p>
            <a:r>
              <a:rPr lang="en-US" sz="4400" dirty="0"/>
              <a:t>What went right?</a:t>
            </a:r>
          </a:p>
          <a:p>
            <a:pPr marL="571500" indent="-571500">
              <a:buFont typeface="Arial" panose="020B0604020202020204" pitchFamily="34" charset="0"/>
              <a:buChar char="•"/>
            </a:pPr>
            <a:r>
              <a:rPr lang="en-US" sz="4400" dirty="0"/>
              <a:t>DDS programmability verified</a:t>
            </a:r>
          </a:p>
          <a:p>
            <a:pPr marL="571500" indent="-571500">
              <a:buFont typeface="Arial" panose="020B0604020202020204" pitchFamily="34" charset="0"/>
              <a:buChar char="•"/>
            </a:pPr>
            <a:r>
              <a:rPr lang="en-US" sz="4400" dirty="0"/>
              <a:t>Isolated ADC feedback verified</a:t>
            </a:r>
          </a:p>
          <a:p>
            <a:pPr marL="571500" indent="-571500">
              <a:buFont typeface="Arial" panose="020B0604020202020204" pitchFamily="34" charset="0"/>
              <a:buChar char="•"/>
            </a:pPr>
            <a:r>
              <a:rPr lang="en-US" sz="4400" dirty="0"/>
              <a:t>Battery voltage and charging verified</a:t>
            </a:r>
          </a:p>
          <a:p>
            <a:pPr marL="571500" indent="-571500">
              <a:buFont typeface="Arial" panose="020B0604020202020204" pitchFamily="34" charset="0"/>
              <a:buChar char="•"/>
            </a:pPr>
            <a:r>
              <a:rPr lang="en-US" sz="4400" dirty="0"/>
              <a:t>Bluetooth functionality and web app verified</a:t>
            </a:r>
          </a:p>
          <a:p>
            <a:pPr marL="571500" indent="-571500">
              <a:buFont typeface="Arial" panose="020B0604020202020204" pitchFamily="34" charset="0"/>
              <a:buChar char="•"/>
            </a:pPr>
            <a:endParaRPr lang="en-US" sz="4400" dirty="0"/>
          </a:p>
          <a:p>
            <a:r>
              <a:rPr lang="en-US" sz="4400" dirty="0"/>
              <a:t>What caused issues?</a:t>
            </a:r>
          </a:p>
          <a:p>
            <a:pPr marL="571500" indent="-571500">
              <a:buFont typeface="Arial" panose="020B0604020202020204" pitchFamily="34" charset="0"/>
              <a:buChar char="•"/>
            </a:pPr>
            <a:r>
              <a:rPr lang="en-US" sz="4400" dirty="0"/>
              <a:t>Large current draw from +/-30 V boost converter</a:t>
            </a:r>
          </a:p>
          <a:p>
            <a:pPr marL="571500" indent="-571500">
              <a:buFont typeface="Arial" panose="020B0604020202020204" pitchFamily="34" charset="0"/>
              <a:buChar char="•"/>
            </a:pPr>
            <a:r>
              <a:rPr lang="en-US" sz="4400" dirty="0"/>
              <a:t>Insufficient current sourcing from 12 V boost converter</a:t>
            </a:r>
          </a:p>
          <a:p>
            <a:pPr marL="571500" indent="-571500">
              <a:buFont typeface="Arial" panose="020B0604020202020204" pitchFamily="34" charset="0"/>
              <a:buChar char="•"/>
            </a:pPr>
            <a:r>
              <a:rPr lang="en-US" sz="4400" dirty="0"/>
              <a:t>Isolated thermal concerns at larger currents</a:t>
            </a:r>
          </a:p>
          <a:p>
            <a:pPr marL="571500" indent="-571500">
              <a:buFont typeface="Arial" panose="020B0604020202020204" pitchFamily="34" charset="0"/>
              <a:buChar char="•"/>
            </a:pPr>
            <a:endParaRPr lang="en-US" sz="4400" dirty="0"/>
          </a:p>
          <a:p>
            <a:r>
              <a:rPr lang="en-US" sz="4400" dirty="0"/>
              <a:t>Summary:</a:t>
            </a:r>
          </a:p>
          <a:p>
            <a:r>
              <a:rPr lang="en-US" sz="4400" dirty="0"/>
              <a:t>We were unable to achieve full functionality, but are hopeful that tweaks to power supply circuitry will make the device function properly</a:t>
            </a:r>
          </a:p>
        </p:txBody>
      </p:sp>
      <p:sp>
        <p:nvSpPr>
          <p:cNvPr id="21" name="TextBox 20">
            <a:extLst>
              <a:ext uri="{FF2B5EF4-FFF2-40B4-BE49-F238E27FC236}">
                <a16:creationId xmlns:a16="http://schemas.microsoft.com/office/drawing/2014/main" id="{4435C989-D361-0049-5DA5-069E2CD565B2}"/>
              </a:ext>
            </a:extLst>
          </p:cNvPr>
          <p:cNvSpPr txBox="1"/>
          <p:nvPr/>
        </p:nvSpPr>
        <p:spPr>
          <a:xfrm>
            <a:off x="26004930" y="18934850"/>
            <a:ext cx="12426458" cy="4154984"/>
          </a:xfrm>
          <a:prstGeom prst="rect">
            <a:avLst/>
          </a:prstGeom>
          <a:noFill/>
        </p:spPr>
        <p:txBody>
          <a:bodyPr wrap="square">
            <a:spAutoFit/>
          </a:bodyPr>
          <a:lstStyle/>
          <a:p>
            <a:pPr marL="571500" indent="-571500">
              <a:buFont typeface="Arial" panose="020B0604020202020204" pitchFamily="34" charset="0"/>
              <a:buChar char="•"/>
            </a:pPr>
            <a:r>
              <a:rPr lang="en-US" sz="4400" dirty="0"/>
              <a:t>Redo power circuitry</a:t>
            </a:r>
          </a:p>
          <a:p>
            <a:pPr marL="993838" lvl="1" indent="-571500">
              <a:buFont typeface="Arial" panose="020B0604020202020204" pitchFamily="34" charset="0"/>
              <a:buChar char="•"/>
            </a:pPr>
            <a:r>
              <a:rPr lang="en-US" sz="4400" dirty="0"/>
              <a:t>Make custom 12 V converter</a:t>
            </a:r>
          </a:p>
          <a:p>
            <a:pPr marL="993838" lvl="1" indent="-571500">
              <a:buFont typeface="Arial" panose="020B0604020202020204" pitchFamily="34" charset="0"/>
              <a:buChar char="•"/>
            </a:pPr>
            <a:r>
              <a:rPr lang="en-US" sz="4400" dirty="0"/>
              <a:t>Reduce size of +/- 30 V converter to draw less current</a:t>
            </a:r>
          </a:p>
          <a:p>
            <a:pPr marL="571500" indent="-571500">
              <a:buFont typeface="Arial" panose="020B0604020202020204" pitchFamily="34" charset="0"/>
              <a:buChar char="•"/>
            </a:pPr>
            <a:r>
              <a:rPr lang="en-US" sz="4400" dirty="0"/>
              <a:t>Update housing to hold battery charger</a:t>
            </a:r>
          </a:p>
          <a:p>
            <a:pPr marL="571500" indent="-571500">
              <a:buFont typeface="Arial" panose="020B0604020202020204" pitchFamily="34" charset="0"/>
              <a:buChar char="•"/>
            </a:pPr>
            <a:r>
              <a:rPr lang="en-US" sz="4400" dirty="0"/>
              <a:t>Add indicators to device</a:t>
            </a:r>
          </a:p>
        </p:txBody>
      </p:sp>
      <p:sp>
        <p:nvSpPr>
          <p:cNvPr id="23" name="TextBox 22">
            <a:extLst>
              <a:ext uri="{FF2B5EF4-FFF2-40B4-BE49-F238E27FC236}">
                <a16:creationId xmlns:a16="http://schemas.microsoft.com/office/drawing/2014/main" id="{880A098E-89CA-637E-AA67-8C73CD6B56AE}"/>
              </a:ext>
            </a:extLst>
          </p:cNvPr>
          <p:cNvSpPr txBox="1"/>
          <p:nvPr/>
        </p:nvSpPr>
        <p:spPr>
          <a:xfrm>
            <a:off x="13835046" y="6295843"/>
            <a:ext cx="11840835" cy="7540526"/>
          </a:xfrm>
          <a:prstGeom prst="rect">
            <a:avLst/>
          </a:prstGeom>
          <a:noFill/>
        </p:spPr>
        <p:txBody>
          <a:bodyPr wrap="square">
            <a:spAutoFit/>
          </a:bodyPr>
          <a:lstStyle/>
          <a:p>
            <a:pPr marL="571500" indent="-571500">
              <a:buFont typeface="Arial" panose="020B0604020202020204" pitchFamily="34" charset="0"/>
              <a:buChar char="•"/>
            </a:pPr>
            <a:r>
              <a:rPr lang="en-US" sz="4400" dirty="0"/>
              <a:t>Existing stimulators are expensive and not portable</a:t>
            </a:r>
          </a:p>
          <a:p>
            <a:pPr marL="571500" indent="-571500">
              <a:buFont typeface="Arial" panose="020B0604020202020204" pitchFamily="34" charset="0"/>
              <a:buChar char="•"/>
            </a:pPr>
            <a:r>
              <a:rPr lang="en-US" sz="4400" dirty="0"/>
              <a:t>Participants in studies need to be blinded to whether they are being stimulated</a:t>
            </a:r>
          </a:p>
          <a:p>
            <a:pPr marL="571500" indent="-571500">
              <a:buFont typeface="Arial" panose="020B0604020202020204" pitchFamily="34" charset="0"/>
              <a:buChar char="•"/>
            </a:pPr>
            <a:r>
              <a:rPr lang="en-US" sz="4400" dirty="0"/>
              <a:t>Current research relies on brand proprietary components</a:t>
            </a:r>
          </a:p>
          <a:p>
            <a:pPr marL="571500" indent="-571500">
              <a:buFont typeface="Arial" panose="020B0604020202020204" pitchFamily="34" charset="0"/>
              <a:buChar char="•"/>
            </a:pPr>
            <a:endParaRPr lang="en-US" sz="4400" dirty="0"/>
          </a:p>
          <a:p>
            <a:r>
              <a:rPr lang="en-US" sz="4400" dirty="0"/>
              <a:t>We addressed these issues by making a portable, wireless brain stimulator that can be programmed remotely over Bluetooth and hides stimulation status from the user.</a:t>
            </a:r>
          </a:p>
        </p:txBody>
      </p:sp>
      <p:sp>
        <p:nvSpPr>
          <p:cNvPr id="24" name="TextBox 23">
            <a:extLst>
              <a:ext uri="{FF2B5EF4-FFF2-40B4-BE49-F238E27FC236}">
                <a16:creationId xmlns:a16="http://schemas.microsoft.com/office/drawing/2014/main" id="{B8125472-427A-0E1D-99AB-6043874583F4}"/>
              </a:ext>
            </a:extLst>
          </p:cNvPr>
          <p:cNvSpPr txBox="1"/>
          <p:nvPr/>
        </p:nvSpPr>
        <p:spPr>
          <a:xfrm>
            <a:off x="13817881" y="20734565"/>
            <a:ext cx="11840836" cy="4154984"/>
          </a:xfrm>
          <a:prstGeom prst="rect">
            <a:avLst/>
          </a:prstGeom>
          <a:noFill/>
        </p:spPr>
        <p:txBody>
          <a:bodyPr wrap="square">
            <a:spAutoFit/>
          </a:bodyPr>
          <a:lstStyle/>
          <a:p>
            <a:pPr marL="571500" indent="-571500">
              <a:buFont typeface="Arial" panose="020B0604020202020204" pitchFamily="34" charset="0"/>
              <a:buChar char="•"/>
            </a:pPr>
            <a:r>
              <a:rPr lang="en-US" sz="4400" dirty="0"/>
              <a:t>Two slightly different frequencies create a “beat frequency” at the difference of their frequencies</a:t>
            </a:r>
          </a:p>
          <a:p>
            <a:pPr marL="571500" indent="-571500">
              <a:buFont typeface="Arial" panose="020B0604020202020204" pitchFamily="34" charset="0"/>
              <a:buChar char="•"/>
            </a:pPr>
            <a:r>
              <a:rPr lang="en-US" sz="4400" dirty="0"/>
              <a:t>Using isolated loops and electrodes, can send higher frequency current oscillations along the surface of the head to create low frequency pulses deep in the brain [1]</a:t>
            </a:r>
          </a:p>
        </p:txBody>
      </p:sp>
      <p:pic>
        <p:nvPicPr>
          <p:cNvPr id="27" name="Picture 26" descr="A computer chip with many different colored parts&#10;&#10;AI-generated content may be incorrect.">
            <a:extLst>
              <a:ext uri="{FF2B5EF4-FFF2-40B4-BE49-F238E27FC236}">
                <a16:creationId xmlns:a16="http://schemas.microsoft.com/office/drawing/2014/main" id="{DB773AF6-1121-CA85-5C64-604369853F23}"/>
              </a:ext>
            </a:extLst>
          </p:cNvPr>
          <p:cNvPicPr>
            <a:picLocks noChangeAspect="1"/>
          </p:cNvPicPr>
          <p:nvPr/>
        </p:nvPicPr>
        <p:blipFill>
          <a:blip r:embed="rId5"/>
          <a:stretch>
            <a:fillRect/>
          </a:stretch>
        </p:blipFill>
        <p:spPr>
          <a:xfrm>
            <a:off x="13660114" y="14035855"/>
            <a:ext cx="4581790" cy="5058524"/>
          </a:xfrm>
          <a:prstGeom prst="rect">
            <a:avLst/>
          </a:prstGeom>
        </p:spPr>
      </p:pic>
      <p:pic>
        <p:nvPicPr>
          <p:cNvPr id="29" name="Picture 28" descr="A screen with a green line&#10;&#10;AI-generated content may be incorrect.">
            <a:extLst>
              <a:ext uri="{FF2B5EF4-FFF2-40B4-BE49-F238E27FC236}">
                <a16:creationId xmlns:a16="http://schemas.microsoft.com/office/drawing/2014/main" id="{54F07C96-B751-D418-3945-0ED232070BB7}"/>
              </a:ext>
            </a:extLst>
          </p:cNvPr>
          <p:cNvPicPr>
            <a:picLocks noChangeAspect="1"/>
          </p:cNvPicPr>
          <p:nvPr/>
        </p:nvPicPr>
        <p:blipFill>
          <a:blip r:embed="rId6"/>
          <a:stretch>
            <a:fillRect/>
          </a:stretch>
        </p:blipFill>
        <p:spPr>
          <a:xfrm>
            <a:off x="18246450" y="14577097"/>
            <a:ext cx="7664143" cy="4099518"/>
          </a:xfrm>
          <a:prstGeom prst="rect">
            <a:avLst/>
          </a:prstGeom>
        </p:spPr>
      </p:pic>
      <p:sp>
        <p:nvSpPr>
          <p:cNvPr id="5" name="TextBox 4">
            <a:extLst>
              <a:ext uri="{FF2B5EF4-FFF2-40B4-BE49-F238E27FC236}">
                <a16:creationId xmlns:a16="http://schemas.microsoft.com/office/drawing/2014/main" id="{19505D02-568E-9205-EF59-F29038470113}"/>
              </a:ext>
            </a:extLst>
          </p:cNvPr>
          <p:cNvSpPr txBox="1"/>
          <p:nvPr/>
        </p:nvSpPr>
        <p:spPr>
          <a:xfrm>
            <a:off x="26056431" y="25769185"/>
            <a:ext cx="12374958" cy="2800767"/>
          </a:xfrm>
          <a:prstGeom prst="rect">
            <a:avLst/>
          </a:prstGeom>
          <a:noFill/>
        </p:spPr>
        <p:txBody>
          <a:bodyPr wrap="square">
            <a:spAutoFit/>
          </a:bodyPr>
          <a:lstStyle/>
          <a:p>
            <a:r>
              <a:rPr lang="en-US" sz="4400" dirty="0"/>
              <a:t>[1]   N. Grossman, et. al. “Noninvasive deep brain stimulation via temporally interfering electric fields,” </a:t>
            </a:r>
            <a:r>
              <a:rPr lang="en-US" sz="4400" i="1" dirty="0"/>
              <a:t>Cell</a:t>
            </a:r>
            <a:r>
              <a:rPr lang="en-US" sz="4400" dirty="0"/>
              <a:t>, vol. 169, no. 6, pp 1029-1041, June 1, 2017, </a:t>
            </a:r>
            <a:r>
              <a:rPr lang="en-US" sz="4400" dirty="0" err="1"/>
              <a:t>doi</a:t>
            </a:r>
            <a:r>
              <a:rPr lang="en-US" sz="4400" dirty="0"/>
              <a:t>: 10.1016/j.cell.2017.05.024.</a:t>
            </a:r>
          </a:p>
        </p:txBody>
      </p:sp>
      <p:sp>
        <p:nvSpPr>
          <p:cNvPr id="16" name="TextBox 15">
            <a:extLst>
              <a:ext uri="{FF2B5EF4-FFF2-40B4-BE49-F238E27FC236}">
                <a16:creationId xmlns:a16="http://schemas.microsoft.com/office/drawing/2014/main" id="{FB554BB8-4860-74C9-1BE8-E88BF4ECCE21}"/>
              </a:ext>
            </a:extLst>
          </p:cNvPr>
          <p:cNvSpPr txBox="1"/>
          <p:nvPr/>
        </p:nvSpPr>
        <p:spPr>
          <a:xfrm>
            <a:off x="26056430" y="28943215"/>
            <a:ext cx="12477953" cy="2123658"/>
          </a:xfrm>
          <a:prstGeom prst="rect">
            <a:avLst/>
          </a:prstGeom>
          <a:noFill/>
        </p:spPr>
        <p:txBody>
          <a:bodyPr wrap="square">
            <a:spAutoFit/>
          </a:bodyPr>
          <a:lstStyle/>
          <a:p>
            <a:r>
              <a:rPr lang="en-US" sz="4400" i="1" dirty="0"/>
              <a:t>Project done in conjunction with Joshua Brown, Professor of Psychological and Brain Sciences at Indiana University Bloomington</a:t>
            </a:r>
          </a:p>
        </p:txBody>
      </p:sp>
    </p:spTree>
  </p:cSld>
  <p:clrMapOvr>
    <a:masterClrMapping/>
  </p:clrMapOvr>
</p:sld>
</file>

<file path=ppt/theme/theme1.xml><?xml version="1.0" encoding="utf-8"?>
<a:theme xmlns:a="http://schemas.openxmlformats.org/drawingml/2006/main" name="Default Design">
  <a:themeElements>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C5050C"/>
        </a:solidFill>
        <a:ln>
          <a:noFill/>
        </a:ln>
        <a:effectLst/>
      </a:spPr>
      <a:bodyPr rtlCol="0" anchor="ctr"/>
      <a:lstStyle>
        <a:defPPr algn="ctr">
          <a:defRPr sz="2800" b="1" dirty="0">
            <a:solidFill>
              <a:schemeClr val="bg1"/>
            </a:solidFill>
            <a:latin typeface="Arial" panose="020B0604020202020204" pitchFamily="34" charset="0"/>
            <a:cs typeface="Arial" panose="020B0604020202020204" pitchFamily="34" charset="0"/>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xx_WEMPEC_2021poster_template_landscape" id="{A8779C69-C3E4-4A82-A15D-C40D15183625}" vid="{9402E961-77A0-4223-A57A-6AD23D315A3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xx_WEMPEC_2021poster_template_landscape</Template>
  <TotalTime>18617</TotalTime>
  <Words>411</Words>
  <Application>Microsoft Office PowerPoint</Application>
  <PresentationFormat>Custom</PresentationFormat>
  <Paragraphs>49</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Arabic Typesetting</vt:lpstr>
      <vt:lpstr>Arial</vt:lpstr>
      <vt:lpstr>Calibri</vt:lpstr>
      <vt:lpstr>Lucida Calligraphy</vt:lpstr>
      <vt:lpstr>Times New Roman</vt:lpstr>
      <vt:lpstr>Default Design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PIA STRAMPP</dc:creator>
  <cp:lastModifiedBy>Tyler Keith White</cp:lastModifiedBy>
  <cp:revision>22</cp:revision>
  <cp:lastPrinted>2013-04-15T14:21:15Z</cp:lastPrinted>
  <dcterms:created xsi:type="dcterms:W3CDTF">2021-03-02T21:31:00Z</dcterms:created>
  <dcterms:modified xsi:type="dcterms:W3CDTF">2025-12-08T05:29:41Z</dcterms:modified>
</cp:coreProperties>
</file>