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handoutMasterIdLst>
    <p:handoutMasterId r:id="rId4"/>
  </p:handoutMasterIdLst>
  <p:sldIdLst>
    <p:sldId id="256" r:id="rId2"/>
  </p:sldIdLst>
  <p:sldSz cx="39319200" cy="32918400"/>
  <p:notesSz cx="7315200" cy="9601200"/>
  <p:defaultTextStyle>
    <a:defPPr>
      <a:defRPr lang="en-US"/>
    </a:defPPr>
    <a:lvl1pPr algn="l" rtl="0" eaLnBrk="0" fontAlgn="base" hangingPunct="0">
      <a:spcBef>
        <a:spcPct val="0"/>
      </a:spcBef>
      <a:spcAft>
        <a:spcPct val="0"/>
      </a:spcAft>
      <a:defRPr sz="2587" kern="1200">
        <a:solidFill>
          <a:schemeClr val="tx1"/>
        </a:solidFill>
        <a:latin typeface="Times New Roman" panose="02020603050405020304" pitchFamily="18" charset="0"/>
        <a:ea typeface="MS PGothic" panose="020B0600070205080204" pitchFamily="34" charset="-128"/>
        <a:cs typeface="+mn-cs"/>
      </a:defRPr>
    </a:lvl1pPr>
    <a:lvl2pPr marL="422338" algn="l" rtl="0" eaLnBrk="0" fontAlgn="base" hangingPunct="0">
      <a:spcBef>
        <a:spcPct val="0"/>
      </a:spcBef>
      <a:spcAft>
        <a:spcPct val="0"/>
      </a:spcAft>
      <a:defRPr sz="2587" kern="1200">
        <a:solidFill>
          <a:schemeClr val="tx1"/>
        </a:solidFill>
        <a:latin typeface="Times New Roman" panose="02020603050405020304" pitchFamily="18" charset="0"/>
        <a:ea typeface="MS PGothic" panose="020B0600070205080204" pitchFamily="34" charset="-128"/>
        <a:cs typeface="+mn-cs"/>
      </a:defRPr>
    </a:lvl2pPr>
    <a:lvl3pPr marL="844674" algn="l" rtl="0" eaLnBrk="0" fontAlgn="base" hangingPunct="0">
      <a:spcBef>
        <a:spcPct val="0"/>
      </a:spcBef>
      <a:spcAft>
        <a:spcPct val="0"/>
      </a:spcAft>
      <a:defRPr sz="2587" kern="1200">
        <a:solidFill>
          <a:schemeClr val="tx1"/>
        </a:solidFill>
        <a:latin typeface="Times New Roman" panose="02020603050405020304" pitchFamily="18" charset="0"/>
        <a:ea typeface="MS PGothic" panose="020B0600070205080204" pitchFamily="34" charset="-128"/>
        <a:cs typeface="+mn-cs"/>
      </a:defRPr>
    </a:lvl3pPr>
    <a:lvl4pPr marL="1267013" algn="l" rtl="0" eaLnBrk="0" fontAlgn="base" hangingPunct="0">
      <a:spcBef>
        <a:spcPct val="0"/>
      </a:spcBef>
      <a:spcAft>
        <a:spcPct val="0"/>
      </a:spcAft>
      <a:defRPr sz="2587" kern="1200">
        <a:solidFill>
          <a:schemeClr val="tx1"/>
        </a:solidFill>
        <a:latin typeface="Times New Roman" panose="02020603050405020304" pitchFamily="18" charset="0"/>
        <a:ea typeface="MS PGothic" panose="020B0600070205080204" pitchFamily="34" charset="-128"/>
        <a:cs typeface="+mn-cs"/>
      </a:defRPr>
    </a:lvl4pPr>
    <a:lvl5pPr marL="1689349" algn="l" rtl="0" eaLnBrk="0" fontAlgn="base" hangingPunct="0">
      <a:spcBef>
        <a:spcPct val="0"/>
      </a:spcBef>
      <a:spcAft>
        <a:spcPct val="0"/>
      </a:spcAft>
      <a:defRPr sz="2587" kern="1200">
        <a:solidFill>
          <a:schemeClr val="tx1"/>
        </a:solidFill>
        <a:latin typeface="Times New Roman" panose="02020603050405020304" pitchFamily="18" charset="0"/>
        <a:ea typeface="MS PGothic" panose="020B0600070205080204" pitchFamily="34" charset="-128"/>
        <a:cs typeface="+mn-cs"/>
      </a:defRPr>
    </a:lvl5pPr>
    <a:lvl6pPr marL="2111686" algn="l" defTabSz="844674" rtl="0" eaLnBrk="1" latinLnBrk="0" hangingPunct="1">
      <a:defRPr sz="2587" kern="1200">
        <a:solidFill>
          <a:schemeClr val="tx1"/>
        </a:solidFill>
        <a:latin typeface="Times New Roman" panose="02020603050405020304" pitchFamily="18" charset="0"/>
        <a:ea typeface="MS PGothic" panose="020B0600070205080204" pitchFamily="34" charset="-128"/>
        <a:cs typeface="+mn-cs"/>
      </a:defRPr>
    </a:lvl6pPr>
    <a:lvl7pPr marL="2534023" algn="l" defTabSz="844674" rtl="0" eaLnBrk="1" latinLnBrk="0" hangingPunct="1">
      <a:defRPr sz="2587" kern="1200">
        <a:solidFill>
          <a:schemeClr val="tx1"/>
        </a:solidFill>
        <a:latin typeface="Times New Roman" panose="02020603050405020304" pitchFamily="18" charset="0"/>
        <a:ea typeface="MS PGothic" panose="020B0600070205080204" pitchFamily="34" charset="-128"/>
        <a:cs typeface="+mn-cs"/>
      </a:defRPr>
    </a:lvl7pPr>
    <a:lvl8pPr marL="2956361" algn="l" defTabSz="844674" rtl="0" eaLnBrk="1" latinLnBrk="0" hangingPunct="1">
      <a:defRPr sz="2587" kern="1200">
        <a:solidFill>
          <a:schemeClr val="tx1"/>
        </a:solidFill>
        <a:latin typeface="Times New Roman" panose="02020603050405020304" pitchFamily="18" charset="0"/>
        <a:ea typeface="MS PGothic" panose="020B0600070205080204" pitchFamily="34" charset="-128"/>
        <a:cs typeface="+mn-cs"/>
      </a:defRPr>
    </a:lvl8pPr>
    <a:lvl9pPr marL="3378698" algn="l" defTabSz="844674" rtl="0" eaLnBrk="1" latinLnBrk="0" hangingPunct="1">
      <a:defRPr sz="2587" kern="1200">
        <a:solidFill>
          <a:schemeClr val="tx1"/>
        </a:solidFill>
        <a:latin typeface="Times New Roman" panose="02020603050405020304" pitchFamily="18"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20544" userDrawn="1">
          <p15:clr>
            <a:srgbClr val="A4A3A4"/>
          </p15:clr>
        </p15:guide>
        <p15:guide id="2" pos="77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5050C"/>
    <a:srgbClr val="0000FF"/>
    <a:srgbClr val="C00000"/>
    <a:srgbClr val="FF00FF"/>
    <a:srgbClr val="990000"/>
    <a:srgbClr val="9B0000"/>
    <a:srgbClr val="9800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835" autoAdjust="0"/>
    <p:restoredTop sz="93792" autoAdjust="0"/>
  </p:normalViewPr>
  <p:slideViewPr>
    <p:cSldViewPr>
      <p:cViewPr>
        <p:scale>
          <a:sx n="14" d="100"/>
          <a:sy n="14" d="100"/>
        </p:scale>
        <p:origin x="52" y="280"/>
      </p:cViewPr>
      <p:guideLst>
        <p:guide orient="horz" pos="20544"/>
        <p:guide pos="774"/>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84" d="100"/>
          <a:sy n="84" d="100"/>
        </p:scale>
        <p:origin x="3792" y="1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1026">
            <a:extLst>
              <a:ext uri="{FF2B5EF4-FFF2-40B4-BE49-F238E27FC236}">
                <a16:creationId xmlns:a16="http://schemas.microsoft.com/office/drawing/2014/main" id="{ED4F6629-4213-45F7-930E-494FF9FC87BC}"/>
              </a:ext>
            </a:extLst>
          </p:cNvPr>
          <p:cNvSpPr>
            <a:spLocks noGrp="1" noChangeArrowheads="1"/>
          </p:cNvSpPr>
          <p:nvPr>
            <p:ph type="hdr" sz="quarter"/>
          </p:nvPr>
        </p:nvSpPr>
        <p:spPr bwMode="auto">
          <a:xfrm>
            <a:off x="0" y="0"/>
            <a:ext cx="3170238" cy="479425"/>
          </a:xfrm>
          <a:prstGeom prst="rect">
            <a:avLst/>
          </a:prstGeom>
          <a:noFill/>
          <a:ln w="9525">
            <a:noFill/>
            <a:miter lim="800000"/>
            <a:headEnd/>
            <a:tailEnd/>
          </a:ln>
          <a:effectLst/>
        </p:spPr>
        <p:txBody>
          <a:bodyPr vert="horz" wrap="square" lIns="89893" tIns="44946" rIns="89893" bIns="44946" numCol="1" anchor="t" anchorCtr="0" compatLnSpc="1">
            <a:prstTxWarp prst="textNoShape">
              <a:avLst/>
            </a:prstTxWarp>
          </a:bodyPr>
          <a:lstStyle>
            <a:lvl1pPr defTabSz="898525" eaLnBrk="1" hangingPunct="1">
              <a:defRPr sz="1200">
                <a:latin typeface="Times New Roman" charset="0"/>
                <a:ea typeface="MS PGothic" charset="0"/>
                <a:cs typeface="MS PGothic" charset="0"/>
              </a:defRPr>
            </a:lvl1pPr>
          </a:lstStyle>
          <a:p>
            <a:pPr>
              <a:defRPr/>
            </a:pPr>
            <a:endParaRPr lang="en-US"/>
          </a:p>
        </p:txBody>
      </p:sp>
      <p:sp>
        <p:nvSpPr>
          <p:cNvPr id="4099" name="Rectangle 1027">
            <a:extLst>
              <a:ext uri="{FF2B5EF4-FFF2-40B4-BE49-F238E27FC236}">
                <a16:creationId xmlns:a16="http://schemas.microsoft.com/office/drawing/2014/main" id="{819565CC-4DDF-45FA-911B-7AE79EAB1DB9}"/>
              </a:ext>
            </a:extLst>
          </p:cNvPr>
          <p:cNvSpPr>
            <a:spLocks noGrp="1" noChangeArrowheads="1"/>
          </p:cNvSpPr>
          <p:nvPr>
            <p:ph type="dt" sz="quarter" idx="1"/>
          </p:nvPr>
        </p:nvSpPr>
        <p:spPr bwMode="auto">
          <a:xfrm>
            <a:off x="4144963" y="0"/>
            <a:ext cx="3170237" cy="479425"/>
          </a:xfrm>
          <a:prstGeom prst="rect">
            <a:avLst/>
          </a:prstGeom>
          <a:noFill/>
          <a:ln w="9525">
            <a:noFill/>
            <a:miter lim="800000"/>
            <a:headEnd/>
            <a:tailEnd/>
          </a:ln>
          <a:effectLst/>
        </p:spPr>
        <p:txBody>
          <a:bodyPr vert="horz" wrap="square" lIns="89893" tIns="44946" rIns="89893" bIns="44946" numCol="1" anchor="t" anchorCtr="0" compatLnSpc="1">
            <a:prstTxWarp prst="textNoShape">
              <a:avLst/>
            </a:prstTxWarp>
          </a:bodyPr>
          <a:lstStyle>
            <a:lvl1pPr algn="r" defTabSz="898525" eaLnBrk="1" hangingPunct="1">
              <a:defRPr sz="1200">
                <a:latin typeface="Times New Roman" charset="0"/>
                <a:ea typeface="MS PGothic" charset="0"/>
                <a:cs typeface="MS PGothic" charset="0"/>
              </a:defRPr>
            </a:lvl1pPr>
          </a:lstStyle>
          <a:p>
            <a:pPr>
              <a:defRPr/>
            </a:pPr>
            <a:endParaRPr lang="en-US"/>
          </a:p>
        </p:txBody>
      </p:sp>
      <p:sp>
        <p:nvSpPr>
          <p:cNvPr id="4100" name="Rectangle 1028">
            <a:extLst>
              <a:ext uri="{FF2B5EF4-FFF2-40B4-BE49-F238E27FC236}">
                <a16:creationId xmlns:a16="http://schemas.microsoft.com/office/drawing/2014/main" id="{5DAFEFAF-1CC1-4EC9-B161-82A3E66E2E81}"/>
              </a:ext>
            </a:extLst>
          </p:cNvPr>
          <p:cNvSpPr>
            <a:spLocks noGrp="1" noChangeArrowheads="1"/>
          </p:cNvSpPr>
          <p:nvPr>
            <p:ph type="ftr" sz="quarter" idx="2"/>
          </p:nvPr>
        </p:nvSpPr>
        <p:spPr bwMode="auto">
          <a:xfrm>
            <a:off x="0" y="9121775"/>
            <a:ext cx="3170238" cy="479425"/>
          </a:xfrm>
          <a:prstGeom prst="rect">
            <a:avLst/>
          </a:prstGeom>
          <a:noFill/>
          <a:ln w="9525">
            <a:noFill/>
            <a:miter lim="800000"/>
            <a:headEnd/>
            <a:tailEnd/>
          </a:ln>
          <a:effectLst/>
        </p:spPr>
        <p:txBody>
          <a:bodyPr vert="horz" wrap="square" lIns="89893" tIns="44946" rIns="89893" bIns="44946" numCol="1" anchor="b" anchorCtr="0" compatLnSpc="1">
            <a:prstTxWarp prst="textNoShape">
              <a:avLst/>
            </a:prstTxWarp>
          </a:bodyPr>
          <a:lstStyle>
            <a:lvl1pPr defTabSz="898525" eaLnBrk="1" hangingPunct="1">
              <a:defRPr sz="1200">
                <a:latin typeface="Times New Roman" charset="0"/>
                <a:ea typeface="MS PGothic" charset="0"/>
                <a:cs typeface="MS PGothic" charset="0"/>
              </a:defRPr>
            </a:lvl1pPr>
          </a:lstStyle>
          <a:p>
            <a:pPr>
              <a:defRPr/>
            </a:pPr>
            <a:endParaRPr lang="en-US"/>
          </a:p>
        </p:txBody>
      </p:sp>
      <p:sp>
        <p:nvSpPr>
          <p:cNvPr id="4101" name="Rectangle 1029">
            <a:extLst>
              <a:ext uri="{FF2B5EF4-FFF2-40B4-BE49-F238E27FC236}">
                <a16:creationId xmlns:a16="http://schemas.microsoft.com/office/drawing/2014/main" id="{B11AED2A-313F-4883-B9C6-6F83F42A16EF}"/>
              </a:ext>
            </a:extLst>
          </p:cNvPr>
          <p:cNvSpPr>
            <a:spLocks noGrp="1" noChangeArrowheads="1"/>
          </p:cNvSpPr>
          <p:nvPr>
            <p:ph type="sldNum" sz="quarter" idx="3"/>
          </p:nvPr>
        </p:nvSpPr>
        <p:spPr bwMode="auto">
          <a:xfrm>
            <a:off x="4144963" y="9121775"/>
            <a:ext cx="3170237" cy="479425"/>
          </a:xfrm>
          <a:prstGeom prst="rect">
            <a:avLst/>
          </a:prstGeom>
          <a:noFill/>
          <a:ln w="9525">
            <a:noFill/>
            <a:miter lim="800000"/>
            <a:headEnd/>
            <a:tailEnd/>
          </a:ln>
          <a:effectLst/>
        </p:spPr>
        <p:txBody>
          <a:bodyPr vert="horz" wrap="square" lIns="89893" tIns="44946" rIns="89893" bIns="44946" numCol="1" anchor="b" anchorCtr="0" compatLnSpc="1">
            <a:prstTxWarp prst="textNoShape">
              <a:avLst/>
            </a:prstTxWarp>
          </a:bodyPr>
          <a:lstStyle>
            <a:lvl1pPr algn="r" defTabSz="898525" eaLnBrk="1" hangingPunct="1">
              <a:defRPr sz="1200"/>
            </a:lvl1pPr>
          </a:lstStyle>
          <a:p>
            <a:pPr>
              <a:defRPr/>
            </a:pPr>
            <a:fld id="{FC385B52-7031-48FC-BA90-6308EC38AA36}" type="slidenum">
              <a:rPr lang="en-US" altLang="en-US"/>
              <a:pPr>
                <a:defRPr/>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9D4C91F-F433-488F-B808-A15DD6084745}"/>
              </a:ext>
            </a:extLst>
          </p:cNvPr>
          <p:cNvSpPr>
            <a:spLocks noGrp="1"/>
          </p:cNvSpPr>
          <p:nvPr>
            <p:ph type="hdr" sz="quarter"/>
          </p:nvPr>
        </p:nvSpPr>
        <p:spPr>
          <a:xfrm>
            <a:off x="0" y="0"/>
            <a:ext cx="3170238" cy="479425"/>
          </a:xfrm>
          <a:prstGeom prst="rect">
            <a:avLst/>
          </a:prstGeom>
        </p:spPr>
        <p:txBody>
          <a:bodyPr vert="horz" wrap="square" lIns="29535" tIns="14768" rIns="29535" bIns="14768" numCol="1" anchor="t" anchorCtr="0" compatLnSpc="1">
            <a:prstTxWarp prst="textNoShape">
              <a:avLst/>
            </a:prstTxWarp>
          </a:bodyPr>
          <a:lstStyle>
            <a:lvl1pPr eaLnBrk="1" hangingPunct="1">
              <a:defRPr sz="400">
                <a:latin typeface="Times New Roman" charset="0"/>
                <a:ea typeface="MS PGothic" charset="0"/>
                <a:cs typeface="MS PGothic" charset="0"/>
              </a:defRPr>
            </a:lvl1pPr>
          </a:lstStyle>
          <a:p>
            <a:pPr>
              <a:defRPr/>
            </a:pPr>
            <a:endParaRPr lang="en-US"/>
          </a:p>
        </p:txBody>
      </p:sp>
      <p:sp>
        <p:nvSpPr>
          <p:cNvPr id="3" name="Date Placeholder 2">
            <a:extLst>
              <a:ext uri="{FF2B5EF4-FFF2-40B4-BE49-F238E27FC236}">
                <a16:creationId xmlns:a16="http://schemas.microsoft.com/office/drawing/2014/main" id="{AF42FECA-83B7-4AE1-B0E4-A92469BA2E56}"/>
              </a:ext>
            </a:extLst>
          </p:cNvPr>
          <p:cNvSpPr>
            <a:spLocks noGrp="1"/>
          </p:cNvSpPr>
          <p:nvPr>
            <p:ph type="dt" idx="1"/>
          </p:nvPr>
        </p:nvSpPr>
        <p:spPr>
          <a:xfrm>
            <a:off x="4143375" y="0"/>
            <a:ext cx="3170238" cy="479425"/>
          </a:xfrm>
          <a:prstGeom prst="rect">
            <a:avLst/>
          </a:prstGeom>
        </p:spPr>
        <p:txBody>
          <a:bodyPr vert="horz" wrap="square" lIns="29535" tIns="14768" rIns="29535" bIns="14768" numCol="1" anchor="t" anchorCtr="0" compatLnSpc="1">
            <a:prstTxWarp prst="textNoShape">
              <a:avLst/>
            </a:prstTxWarp>
          </a:bodyPr>
          <a:lstStyle>
            <a:lvl1pPr algn="r" eaLnBrk="1" hangingPunct="1">
              <a:defRPr sz="400"/>
            </a:lvl1pPr>
          </a:lstStyle>
          <a:p>
            <a:pPr>
              <a:defRPr/>
            </a:pPr>
            <a:fld id="{82A0792E-6A5C-487D-B380-1FE44C59D4F2}" type="datetime1">
              <a:rPr lang="en-US" altLang="en-US"/>
              <a:pPr>
                <a:defRPr/>
              </a:pPr>
              <a:t>11/19/2025</a:t>
            </a:fld>
            <a:endParaRPr lang="en-US" altLang="en-US"/>
          </a:p>
        </p:txBody>
      </p:sp>
      <p:sp>
        <p:nvSpPr>
          <p:cNvPr id="4" name="Slide Image Placeholder 3">
            <a:extLst>
              <a:ext uri="{FF2B5EF4-FFF2-40B4-BE49-F238E27FC236}">
                <a16:creationId xmlns:a16="http://schemas.microsoft.com/office/drawing/2014/main" id="{1E816B99-3559-4795-B96C-43920F4E4D69}"/>
              </a:ext>
            </a:extLst>
          </p:cNvPr>
          <p:cNvSpPr>
            <a:spLocks noGrp="1" noRot="1" noChangeAspect="1"/>
          </p:cNvSpPr>
          <p:nvPr>
            <p:ph type="sldImg" idx="2"/>
          </p:nvPr>
        </p:nvSpPr>
        <p:spPr>
          <a:xfrm>
            <a:off x="1506538" y="720725"/>
            <a:ext cx="4302125" cy="3600450"/>
          </a:xfrm>
          <a:prstGeom prst="rect">
            <a:avLst/>
          </a:prstGeom>
          <a:noFill/>
          <a:ln w="12700">
            <a:solidFill>
              <a:prstClr val="black"/>
            </a:solidFill>
          </a:ln>
        </p:spPr>
        <p:txBody>
          <a:bodyPr vert="horz" wrap="square" lIns="29535" tIns="14768" rIns="29535" bIns="14768" numCol="1" anchor="ctr" anchorCtr="0" compatLnSpc="1">
            <a:prstTxWarp prst="textNoShape">
              <a:avLst/>
            </a:prstTxWarp>
          </a:bodyPr>
          <a:lstStyle/>
          <a:p>
            <a:pPr lvl="0"/>
            <a:endParaRPr lang="en-US" noProof="0"/>
          </a:p>
        </p:txBody>
      </p:sp>
      <p:sp>
        <p:nvSpPr>
          <p:cNvPr id="5" name="Notes Placeholder 4">
            <a:extLst>
              <a:ext uri="{FF2B5EF4-FFF2-40B4-BE49-F238E27FC236}">
                <a16:creationId xmlns:a16="http://schemas.microsoft.com/office/drawing/2014/main" id="{986B2BA1-8F0F-459F-B307-4B61A2951611}"/>
              </a:ext>
            </a:extLst>
          </p:cNvPr>
          <p:cNvSpPr>
            <a:spLocks noGrp="1"/>
          </p:cNvSpPr>
          <p:nvPr>
            <p:ph type="body" sz="quarter" idx="3"/>
          </p:nvPr>
        </p:nvSpPr>
        <p:spPr>
          <a:xfrm>
            <a:off x="731838" y="4560888"/>
            <a:ext cx="5851525" cy="4321175"/>
          </a:xfrm>
          <a:prstGeom prst="rect">
            <a:avLst/>
          </a:prstGeom>
        </p:spPr>
        <p:txBody>
          <a:bodyPr vert="horz" wrap="square" lIns="29535" tIns="14768" rIns="29535" bIns="14768"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a:extLst>
              <a:ext uri="{FF2B5EF4-FFF2-40B4-BE49-F238E27FC236}">
                <a16:creationId xmlns:a16="http://schemas.microsoft.com/office/drawing/2014/main" id="{0C40B1CD-CA45-4CEC-8341-2BE3B642CFEA}"/>
              </a:ext>
            </a:extLst>
          </p:cNvPr>
          <p:cNvSpPr>
            <a:spLocks noGrp="1"/>
          </p:cNvSpPr>
          <p:nvPr>
            <p:ph type="ftr" sz="quarter" idx="4"/>
          </p:nvPr>
        </p:nvSpPr>
        <p:spPr>
          <a:xfrm>
            <a:off x="0" y="9118600"/>
            <a:ext cx="3170238" cy="481013"/>
          </a:xfrm>
          <a:prstGeom prst="rect">
            <a:avLst/>
          </a:prstGeom>
        </p:spPr>
        <p:txBody>
          <a:bodyPr vert="horz" wrap="square" lIns="29535" tIns="14768" rIns="29535" bIns="14768" numCol="1" anchor="b" anchorCtr="0" compatLnSpc="1">
            <a:prstTxWarp prst="textNoShape">
              <a:avLst/>
            </a:prstTxWarp>
          </a:bodyPr>
          <a:lstStyle>
            <a:lvl1pPr eaLnBrk="1" hangingPunct="1">
              <a:defRPr sz="400">
                <a:latin typeface="Times New Roman" charset="0"/>
                <a:ea typeface="MS PGothic" charset="0"/>
                <a:cs typeface="MS PGothic" charset="0"/>
              </a:defRPr>
            </a:lvl1pPr>
          </a:lstStyle>
          <a:p>
            <a:pPr>
              <a:defRPr/>
            </a:pPr>
            <a:endParaRPr lang="en-US"/>
          </a:p>
        </p:txBody>
      </p:sp>
      <p:sp>
        <p:nvSpPr>
          <p:cNvPr id="7" name="Slide Number Placeholder 6">
            <a:extLst>
              <a:ext uri="{FF2B5EF4-FFF2-40B4-BE49-F238E27FC236}">
                <a16:creationId xmlns:a16="http://schemas.microsoft.com/office/drawing/2014/main" id="{DAA6DF35-3A0C-4A5B-BF00-9AEBB9AB1D20}"/>
              </a:ext>
            </a:extLst>
          </p:cNvPr>
          <p:cNvSpPr>
            <a:spLocks noGrp="1"/>
          </p:cNvSpPr>
          <p:nvPr>
            <p:ph type="sldNum" sz="quarter" idx="5"/>
          </p:nvPr>
        </p:nvSpPr>
        <p:spPr>
          <a:xfrm>
            <a:off x="4143375" y="9118600"/>
            <a:ext cx="3170238" cy="481013"/>
          </a:xfrm>
          <a:prstGeom prst="rect">
            <a:avLst/>
          </a:prstGeom>
        </p:spPr>
        <p:txBody>
          <a:bodyPr vert="horz" wrap="square" lIns="29535" tIns="14768" rIns="29535" bIns="14768" numCol="1" anchor="b" anchorCtr="0" compatLnSpc="1">
            <a:prstTxWarp prst="textNoShape">
              <a:avLst/>
            </a:prstTxWarp>
          </a:bodyPr>
          <a:lstStyle>
            <a:lvl1pPr algn="r" eaLnBrk="1" hangingPunct="1">
              <a:defRPr sz="400"/>
            </a:lvl1pPr>
          </a:lstStyle>
          <a:p>
            <a:pPr>
              <a:defRPr/>
            </a:pPr>
            <a:fld id="{AD79DFCD-87C2-4A6B-9E90-8E5BD26CAB4C}" type="slidenum">
              <a:rPr lang="en-US" altLang="en-US"/>
              <a:pPr>
                <a:defRPr/>
              </a:pPr>
              <a:t>‹#›</a:t>
            </a:fld>
            <a:endParaRPr lang="en-US" altLang="en-US"/>
          </a:p>
        </p:txBody>
      </p:sp>
    </p:spTree>
  </p:cSld>
  <p:clrMap bg1="lt1" tx1="dk1" bg2="lt2" tx2="dk2" accent1="accent1" accent2="accent2" accent3="accent3" accent4="accent4" accent5="accent5" accent6="accent6" hlink="hlink" folHlink="folHlink"/>
  <p:notesStyle>
    <a:lvl1pPr algn="l" defTabSz="422338" rtl="0" eaLnBrk="0" fontAlgn="base" hangingPunct="0">
      <a:spcBef>
        <a:spcPct val="30000"/>
      </a:spcBef>
      <a:spcAft>
        <a:spcPct val="0"/>
      </a:spcAft>
      <a:defRPr sz="1109" kern="1200">
        <a:solidFill>
          <a:schemeClr val="tx1"/>
        </a:solidFill>
        <a:latin typeface="+mn-lt"/>
        <a:ea typeface="MS PGothic" pitchFamily="34" charset="-128"/>
        <a:cs typeface="MS PGothic" pitchFamily="34" charset="-128"/>
      </a:defRPr>
    </a:lvl1pPr>
    <a:lvl2pPr marL="422338" algn="l" defTabSz="422338" rtl="0" eaLnBrk="0" fontAlgn="base" hangingPunct="0">
      <a:spcBef>
        <a:spcPct val="30000"/>
      </a:spcBef>
      <a:spcAft>
        <a:spcPct val="0"/>
      </a:spcAft>
      <a:defRPr sz="1109" kern="1200">
        <a:solidFill>
          <a:schemeClr val="tx1"/>
        </a:solidFill>
        <a:latin typeface="+mn-lt"/>
        <a:ea typeface="MS PGothic" pitchFamily="34" charset="-128"/>
        <a:cs typeface="MS PGothic" charset="0"/>
      </a:defRPr>
    </a:lvl2pPr>
    <a:lvl3pPr marL="844674" algn="l" defTabSz="422338" rtl="0" eaLnBrk="0" fontAlgn="base" hangingPunct="0">
      <a:spcBef>
        <a:spcPct val="30000"/>
      </a:spcBef>
      <a:spcAft>
        <a:spcPct val="0"/>
      </a:spcAft>
      <a:defRPr sz="1109" kern="1200">
        <a:solidFill>
          <a:schemeClr val="tx1"/>
        </a:solidFill>
        <a:latin typeface="+mn-lt"/>
        <a:ea typeface="MS PGothic" pitchFamily="34" charset="-128"/>
        <a:cs typeface="MS PGothic" charset="0"/>
      </a:defRPr>
    </a:lvl3pPr>
    <a:lvl4pPr marL="1267013" algn="l" defTabSz="422338" rtl="0" eaLnBrk="0" fontAlgn="base" hangingPunct="0">
      <a:spcBef>
        <a:spcPct val="30000"/>
      </a:spcBef>
      <a:spcAft>
        <a:spcPct val="0"/>
      </a:spcAft>
      <a:defRPr sz="1109" kern="1200">
        <a:solidFill>
          <a:schemeClr val="tx1"/>
        </a:solidFill>
        <a:latin typeface="+mn-lt"/>
        <a:ea typeface="MS PGothic" pitchFamily="34" charset="-128"/>
        <a:cs typeface="MS PGothic" charset="0"/>
      </a:defRPr>
    </a:lvl4pPr>
    <a:lvl5pPr marL="1689349" algn="l" defTabSz="422338" rtl="0" eaLnBrk="0" fontAlgn="base" hangingPunct="0">
      <a:spcBef>
        <a:spcPct val="30000"/>
      </a:spcBef>
      <a:spcAft>
        <a:spcPct val="0"/>
      </a:spcAft>
      <a:defRPr sz="1109" kern="1200">
        <a:solidFill>
          <a:schemeClr val="tx1"/>
        </a:solidFill>
        <a:latin typeface="+mn-lt"/>
        <a:ea typeface="MS PGothic" pitchFamily="34" charset="-128"/>
        <a:cs typeface="MS PGothic" charset="0"/>
      </a:defRPr>
    </a:lvl5pPr>
    <a:lvl6pPr marL="2111686" algn="l" defTabSz="422338" rtl="0" eaLnBrk="1" latinLnBrk="0" hangingPunct="1">
      <a:defRPr sz="1109" kern="1200">
        <a:solidFill>
          <a:schemeClr val="tx1"/>
        </a:solidFill>
        <a:latin typeface="+mn-lt"/>
        <a:ea typeface="+mn-ea"/>
        <a:cs typeface="+mn-cs"/>
      </a:defRPr>
    </a:lvl6pPr>
    <a:lvl7pPr marL="2534023" algn="l" defTabSz="422338" rtl="0" eaLnBrk="1" latinLnBrk="0" hangingPunct="1">
      <a:defRPr sz="1109" kern="1200">
        <a:solidFill>
          <a:schemeClr val="tx1"/>
        </a:solidFill>
        <a:latin typeface="+mn-lt"/>
        <a:ea typeface="+mn-ea"/>
        <a:cs typeface="+mn-cs"/>
      </a:defRPr>
    </a:lvl7pPr>
    <a:lvl8pPr marL="2956361" algn="l" defTabSz="422338" rtl="0" eaLnBrk="1" latinLnBrk="0" hangingPunct="1">
      <a:defRPr sz="1109" kern="1200">
        <a:solidFill>
          <a:schemeClr val="tx1"/>
        </a:solidFill>
        <a:latin typeface="+mn-lt"/>
        <a:ea typeface="+mn-ea"/>
        <a:cs typeface="+mn-cs"/>
      </a:defRPr>
    </a:lvl8pPr>
    <a:lvl9pPr marL="3378698" algn="l" defTabSz="422338" rtl="0" eaLnBrk="1" latinLnBrk="0" hangingPunct="1">
      <a:defRPr sz="110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Image Placeholder 1">
            <a:extLst>
              <a:ext uri="{FF2B5EF4-FFF2-40B4-BE49-F238E27FC236}">
                <a16:creationId xmlns:a16="http://schemas.microsoft.com/office/drawing/2014/main" id="{421D69D3-C392-4FB6-9AC7-698EA7DB3B11}"/>
              </a:ext>
            </a:extLst>
          </p:cNvPr>
          <p:cNvSpPr>
            <a:spLocks noGrp="1" noRot="1" noChangeAspect="1" noTextEdit="1"/>
          </p:cNvSpPr>
          <p:nvPr>
            <p:ph type="sldImg"/>
          </p:nvPr>
        </p:nvSpPr>
        <p:spPr bwMode="auto">
          <a:xfrm>
            <a:off x="1506538" y="720725"/>
            <a:ext cx="4302125" cy="360045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6387" name="Notes Placeholder 2">
            <a:extLst>
              <a:ext uri="{FF2B5EF4-FFF2-40B4-BE49-F238E27FC236}">
                <a16:creationId xmlns:a16="http://schemas.microsoft.com/office/drawing/2014/main" id="{1CECB69D-EEAB-4221-A2F1-E864127D47B9}"/>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
        <p:nvSpPr>
          <p:cNvPr id="16388" name="Slide Number Placeholder 3">
            <a:extLst>
              <a:ext uri="{FF2B5EF4-FFF2-40B4-BE49-F238E27FC236}">
                <a16:creationId xmlns:a16="http://schemas.microsoft.com/office/drawing/2014/main" id="{DB2E4F66-F522-4325-83F5-5FA4BE95279F}"/>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Calibri" panose="020F0502020204030204" pitchFamily="34" charset="0"/>
                <a:ea typeface="MS PGothic" panose="020B0600070205080204" pitchFamily="34" charset="-128"/>
              </a:defRPr>
            </a:lvl1pPr>
            <a:lvl2pPr marL="742950" indent="-285750">
              <a:spcBef>
                <a:spcPct val="30000"/>
              </a:spcBef>
              <a:defRPr sz="1200">
                <a:solidFill>
                  <a:schemeClr val="tx1"/>
                </a:solidFill>
                <a:latin typeface="Calibri" panose="020F0502020204030204" pitchFamily="34" charset="0"/>
                <a:ea typeface="MS PGothic" panose="020B0600070205080204" pitchFamily="34" charset="-128"/>
              </a:defRPr>
            </a:lvl2pPr>
            <a:lvl3pPr marL="1143000" indent="-228600">
              <a:spcBef>
                <a:spcPct val="30000"/>
              </a:spcBef>
              <a:defRPr sz="1200">
                <a:solidFill>
                  <a:schemeClr val="tx1"/>
                </a:solidFill>
                <a:latin typeface="Calibri" panose="020F0502020204030204" pitchFamily="34" charset="0"/>
                <a:ea typeface="MS PGothic" panose="020B0600070205080204" pitchFamily="34" charset="-128"/>
              </a:defRPr>
            </a:lvl3pPr>
            <a:lvl4pPr marL="1600200" indent="-228600">
              <a:spcBef>
                <a:spcPct val="30000"/>
              </a:spcBef>
              <a:defRPr sz="1200">
                <a:solidFill>
                  <a:schemeClr val="tx1"/>
                </a:solidFill>
                <a:latin typeface="Calibri" panose="020F0502020204030204" pitchFamily="34" charset="0"/>
                <a:ea typeface="MS PGothic" panose="020B0600070205080204" pitchFamily="34" charset="-128"/>
              </a:defRPr>
            </a:lvl4pPr>
            <a:lvl5pPr marL="2057400" indent="-228600">
              <a:spcBef>
                <a:spcPct val="30000"/>
              </a:spcBef>
              <a:defRPr sz="1200">
                <a:solidFill>
                  <a:schemeClr val="tx1"/>
                </a:solidFill>
                <a:latin typeface="Calibri" panose="020F0502020204030204" pitchFamily="34" charset="0"/>
                <a:ea typeface="MS PGothic" panose="020B0600070205080204" pitchFamily="34" charset="-128"/>
              </a:defRPr>
            </a:lvl5pPr>
            <a:lvl6pPr marL="2514600" indent="-228600" eaLnBrk="0" fontAlgn="base" hangingPunct="0">
              <a:spcBef>
                <a:spcPct val="30000"/>
              </a:spcBef>
              <a:spcAft>
                <a:spcPct val="0"/>
              </a:spcAft>
              <a:defRPr sz="1200">
                <a:solidFill>
                  <a:schemeClr val="tx1"/>
                </a:solidFill>
                <a:latin typeface="Calibri" panose="020F0502020204030204" pitchFamily="34" charset="0"/>
                <a:ea typeface="MS PGothic" panose="020B0600070205080204" pitchFamily="34" charset="-128"/>
              </a:defRPr>
            </a:lvl6pPr>
            <a:lvl7pPr marL="2971800" indent="-228600" eaLnBrk="0" fontAlgn="base" hangingPunct="0">
              <a:spcBef>
                <a:spcPct val="30000"/>
              </a:spcBef>
              <a:spcAft>
                <a:spcPct val="0"/>
              </a:spcAft>
              <a:defRPr sz="1200">
                <a:solidFill>
                  <a:schemeClr val="tx1"/>
                </a:solidFill>
                <a:latin typeface="Calibri" panose="020F0502020204030204" pitchFamily="34" charset="0"/>
                <a:ea typeface="MS PGothic" panose="020B0600070205080204" pitchFamily="34" charset="-128"/>
              </a:defRPr>
            </a:lvl7pPr>
            <a:lvl8pPr marL="3429000" indent="-228600" eaLnBrk="0" fontAlgn="base" hangingPunct="0">
              <a:spcBef>
                <a:spcPct val="30000"/>
              </a:spcBef>
              <a:spcAft>
                <a:spcPct val="0"/>
              </a:spcAft>
              <a:defRPr sz="1200">
                <a:solidFill>
                  <a:schemeClr val="tx1"/>
                </a:solidFill>
                <a:latin typeface="Calibri" panose="020F0502020204030204" pitchFamily="34" charset="0"/>
                <a:ea typeface="MS PGothic" panose="020B0600070205080204" pitchFamily="34" charset="-128"/>
              </a:defRPr>
            </a:lvl8pPr>
            <a:lvl9pPr marL="3886200" indent="-228600" eaLnBrk="0" fontAlgn="base" hangingPunct="0">
              <a:spcBef>
                <a:spcPct val="30000"/>
              </a:spcBef>
              <a:spcAft>
                <a:spcPct val="0"/>
              </a:spcAft>
              <a:defRPr sz="1200">
                <a:solidFill>
                  <a:schemeClr val="tx1"/>
                </a:solidFill>
                <a:latin typeface="Calibri" panose="020F0502020204030204" pitchFamily="34" charset="0"/>
                <a:ea typeface="MS PGothic" panose="020B0600070205080204" pitchFamily="34" charset="-128"/>
              </a:defRPr>
            </a:lvl9pPr>
          </a:lstStyle>
          <a:p>
            <a:pPr>
              <a:spcBef>
                <a:spcPct val="0"/>
              </a:spcBef>
            </a:pPr>
            <a:fld id="{039752F5-41D8-4881-9AE9-118667C9E696}" type="slidenum">
              <a:rPr lang="en-US" altLang="en-US" sz="400" smtClean="0">
                <a:latin typeface="Times New Roman" panose="02020603050405020304" pitchFamily="18" charset="0"/>
              </a:rPr>
              <a:pPr>
                <a:spcBef>
                  <a:spcPct val="0"/>
                </a:spcBef>
              </a:pPr>
              <a:t>1</a:t>
            </a:fld>
            <a:endParaRPr lang="en-US" altLang="en-US" sz="400">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5665725"/>
      </p:ext>
    </p:extLst>
  </p:cSld>
  <p:clrMapOvr>
    <a:masterClrMapping/>
  </p:clrMapOvr>
  <p:hf sldNum="0"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709716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CDA1C7-DFAD-4767-8A90-E5A223A5B829}"/>
              </a:ext>
            </a:extLst>
          </p:cNvPr>
          <p:cNvSpPr/>
          <p:nvPr userDrawn="1"/>
        </p:nvSpPr>
        <p:spPr>
          <a:xfrm>
            <a:off x="312062" y="348346"/>
            <a:ext cx="38734089" cy="3995057"/>
          </a:xfrm>
          <a:prstGeom prst="rect">
            <a:avLst/>
          </a:prstGeom>
          <a:solidFill>
            <a:srgbClr val="C5050C"/>
          </a:solidFill>
          <a:ln>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911"/>
          </a:p>
        </p:txBody>
      </p:sp>
      <p:sp>
        <p:nvSpPr>
          <p:cNvPr id="3" name="TextBox 2">
            <a:extLst>
              <a:ext uri="{FF2B5EF4-FFF2-40B4-BE49-F238E27FC236}">
                <a16:creationId xmlns:a16="http://schemas.microsoft.com/office/drawing/2014/main" id="{890DCBE2-895D-4380-82A2-1155E0070295}"/>
              </a:ext>
            </a:extLst>
          </p:cNvPr>
          <p:cNvSpPr txBox="1"/>
          <p:nvPr userDrawn="1"/>
        </p:nvSpPr>
        <p:spPr>
          <a:xfrm>
            <a:off x="292555" y="31778495"/>
            <a:ext cx="8718095" cy="554639"/>
          </a:xfrm>
          <a:prstGeom prst="rect">
            <a:avLst/>
          </a:prstGeom>
          <a:noFill/>
        </p:spPr>
        <p:txBody>
          <a:bodyPr wrap="square" rtlCol="0">
            <a:spAutoFit/>
          </a:bodyPr>
          <a:lstStyle/>
          <a:p>
            <a:pPr algn="l"/>
            <a:r>
              <a:rPr lang="en-US" sz="3004" b="1" i="0" dirty="0">
                <a:solidFill>
                  <a:srgbClr val="C5050C"/>
                </a:solidFill>
                <a:latin typeface="Arial" panose="020B0604020202020204" pitchFamily="34" charset="0"/>
                <a:cs typeface="Arial" panose="020B0604020202020204" pitchFamily="34" charset="0"/>
              </a:rPr>
              <a:t>2021 WEMPEC </a:t>
            </a:r>
            <a:r>
              <a:rPr lang="en-US" sz="2729" b="1" i="0" dirty="0">
                <a:solidFill>
                  <a:srgbClr val="C5050C"/>
                </a:solidFill>
                <a:latin typeface="Arial" panose="020B0604020202020204" pitchFamily="34" charset="0"/>
                <a:cs typeface="Arial" panose="020B0604020202020204" pitchFamily="34" charset="0"/>
              </a:rPr>
              <a:t>Annual Review Meeting</a:t>
            </a:r>
            <a:endParaRPr lang="en-US" sz="3004" b="1" i="0" dirty="0">
              <a:solidFill>
                <a:srgbClr val="C5050C"/>
              </a:solidFill>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CC9295DA-148F-4CAA-81C1-53C0DE6B1CF5}"/>
              </a:ext>
            </a:extLst>
          </p:cNvPr>
          <p:cNvPicPr>
            <a:picLocks noChangeAspect="1"/>
          </p:cNvPicPr>
          <p:nvPr userDrawn="1"/>
        </p:nvPicPr>
        <p:blipFill>
          <a:blip r:embed="rId4"/>
          <a:stretch>
            <a:fillRect/>
          </a:stretch>
        </p:blipFill>
        <p:spPr>
          <a:xfrm>
            <a:off x="18946403" y="15544677"/>
            <a:ext cx="1426398" cy="1829055"/>
          </a:xfrm>
          <a:prstGeom prst="rect">
            <a:avLst/>
          </a:prstGeom>
        </p:spPr>
      </p:pic>
      <p:sp>
        <p:nvSpPr>
          <p:cNvPr id="7" name="TextBox 6">
            <a:extLst>
              <a:ext uri="{FF2B5EF4-FFF2-40B4-BE49-F238E27FC236}">
                <a16:creationId xmlns:a16="http://schemas.microsoft.com/office/drawing/2014/main" id="{0C3812E2-4AB9-4043-BA11-BA0595DB21B6}"/>
              </a:ext>
            </a:extLst>
          </p:cNvPr>
          <p:cNvSpPr txBox="1"/>
          <p:nvPr userDrawn="1"/>
        </p:nvSpPr>
        <p:spPr>
          <a:xfrm>
            <a:off x="16657370" y="31778492"/>
            <a:ext cx="7430861" cy="554639"/>
          </a:xfrm>
          <a:prstGeom prst="rect">
            <a:avLst/>
          </a:prstGeom>
          <a:noFill/>
        </p:spPr>
        <p:txBody>
          <a:bodyPr wrap="square" rtlCol="0">
            <a:spAutoFit/>
          </a:bodyPr>
          <a:lstStyle>
            <a:defPPr>
              <a:defRPr lang="en-US"/>
            </a:defPPr>
            <a:lvl1pPr>
              <a:defRPr sz="2829" b="1">
                <a:solidFill>
                  <a:srgbClr val="C5050C"/>
                </a:solidFill>
                <a:latin typeface="Arial" panose="020B0604020202020204" pitchFamily="34" charset="0"/>
                <a:cs typeface="Arial" panose="020B0604020202020204" pitchFamily="34" charset="0"/>
              </a:defRPr>
            </a:lvl1pPr>
          </a:lstStyle>
          <a:p>
            <a:pPr lvl="0" algn="ctr"/>
            <a:r>
              <a:rPr lang="en-US" sz="3004" b="1" i="0" dirty="0"/>
              <a:t>Poster 01</a:t>
            </a:r>
          </a:p>
        </p:txBody>
      </p:sp>
      <p:sp>
        <p:nvSpPr>
          <p:cNvPr id="8" name="TextBox 7">
            <a:extLst>
              <a:ext uri="{FF2B5EF4-FFF2-40B4-BE49-F238E27FC236}">
                <a16:creationId xmlns:a16="http://schemas.microsoft.com/office/drawing/2014/main" id="{7E26C3AC-FFC2-4914-88C6-A11EE7356FE3}"/>
              </a:ext>
            </a:extLst>
          </p:cNvPr>
          <p:cNvSpPr txBox="1"/>
          <p:nvPr userDrawn="1"/>
        </p:nvSpPr>
        <p:spPr>
          <a:xfrm>
            <a:off x="31595785" y="31778495"/>
            <a:ext cx="7430861" cy="554639"/>
          </a:xfrm>
          <a:prstGeom prst="rect">
            <a:avLst/>
          </a:prstGeom>
          <a:noFill/>
        </p:spPr>
        <p:txBody>
          <a:bodyPr wrap="square" rtlCol="0">
            <a:spAutoFit/>
          </a:bodyPr>
          <a:lstStyle/>
          <a:p>
            <a:pPr algn="r"/>
            <a:r>
              <a:rPr lang="en-US" sz="3004" b="1" i="0" baseline="0" dirty="0">
                <a:solidFill>
                  <a:srgbClr val="C5050C"/>
                </a:solidFill>
                <a:latin typeface="Arial" panose="020B0604020202020204" pitchFamily="34" charset="0"/>
                <a:cs typeface="Arial" panose="020B0604020202020204" pitchFamily="34" charset="0"/>
              </a:rPr>
              <a:t>May 11–12, 2021</a:t>
            </a:r>
            <a:endParaRPr lang="en-US" sz="2457" i="0" baseline="0" dirty="0">
              <a:solidFill>
                <a:srgbClr val="C5050C"/>
              </a:solidFill>
              <a:latin typeface="Arial" panose="020B0604020202020204" pitchFamily="34" charset="0"/>
              <a:cs typeface="Arial" panose="020B0604020202020204" pitchFamily="34" charset="0"/>
            </a:endParaRPr>
          </a:p>
        </p:txBody>
      </p:sp>
      <p:pic>
        <p:nvPicPr>
          <p:cNvPr id="11" name="Picture 10" descr="Shape&#10;&#10;Description automatically generated">
            <a:extLst>
              <a:ext uri="{FF2B5EF4-FFF2-40B4-BE49-F238E27FC236}">
                <a16:creationId xmlns:a16="http://schemas.microsoft.com/office/drawing/2014/main" id="{C7AABE0E-EF79-45AA-B9CF-01041A876824}"/>
              </a:ext>
            </a:extLst>
          </p:cNvPr>
          <p:cNvPicPr>
            <a:picLocks noChangeAspect="1"/>
          </p:cNvPicPr>
          <p:nvPr userDrawn="1"/>
        </p:nvPicPr>
        <p:blipFill>
          <a:blip r:embed="rId5"/>
          <a:stretch>
            <a:fillRect/>
          </a:stretch>
        </p:blipFill>
        <p:spPr>
          <a:xfrm>
            <a:off x="661736" y="580638"/>
            <a:ext cx="3281102" cy="3530469"/>
          </a:xfrm>
          <a:prstGeom prst="rect">
            <a:avLst/>
          </a:prstGeom>
        </p:spPr>
      </p:pic>
      <p:pic>
        <p:nvPicPr>
          <p:cNvPr id="10" name="Picture 9" descr="Logo, company name&#10;&#10;Description automatically generated">
            <a:extLst>
              <a:ext uri="{FF2B5EF4-FFF2-40B4-BE49-F238E27FC236}">
                <a16:creationId xmlns:a16="http://schemas.microsoft.com/office/drawing/2014/main" id="{AE473DF4-7B3B-4682-B6CD-147D1DBA77CD}"/>
              </a:ext>
            </a:extLst>
          </p:cNvPr>
          <p:cNvPicPr>
            <a:picLocks noChangeAspect="1"/>
          </p:cNvPicPr>
          <p:nvPr userDrawn="1"/>
        </p:nvPicPr>
        <p:blipFill>
          <a:blip r:embed="rId6"/>
          <a:stretch>
            <a:fillRect/>
          </a:stretch>
        </p:blipFill>
        <p:spPr>
          <a:xfrm>
            <a:off x="36951767" y="580637"/>
            <a:ext cx="1705700" cy="3368534"/>
          </a:xfrm>
          <a:prstGeom prst="rect">
            <a:avLst/>
          </a:prstGeom>
        </p:spPr>
      </p:pic>
      <p:sp>
        <p:nvSpPr>
          <p:cNvPr id="9" name="TextBox 8">
            <a:extLst>
              <a:ext uri="{FF2B5EF4-FFF2-40B4-BE49-F238E27FC236}">
                <a16:creationId xmlns:a16="http://schemas.microsoft.com/office/drawing/2014/main" id="{699E4BC7-256F-AC49-BFEE-0282D16F7C8E}"/>
              </a:ext>
            </a:extLst>
          </p:cNvPr>
          <p:cNvSpPr txBox="1"/>
          <p:nvPr userDrawn="1"/>
        </p:nvSpPr>
        <p:spPr>
          <a:xfrm>
            <a:off x="1365251" y="2743202"/>
            <a:ext cx="5686172" cy="1138132"/>
          </a:xfrm>
          <a:prstGeom prst="rect">
            <a:avLst/>
          </a:prstGeom>
          <a:noFill/>
        </p:spPr>
        <p:txBody>
          <a:bodyPr wrap="none" rtlCol="0">
            <a:spAutoFit/>
          </a:bodyPr>
          <a:lstStyle/>
          <a:p>
            <a:r>
              <a:rPr lang="en-US" sz="3398" dirty="0">
                <a:solidFill>
                  <a:schemeClr val="bg1"/>
                </a:solidFill>
                <a:latin typeface="Lucida Calligraphy" panose="03010101010101010101" pitchFamily="66" charset="77"/>
              </a:rPr>
              <a:t>40 Years of Innovation </a:t>
            </a:r>
          </a:p>
          <a:p>
            <a:r>
              <a:rPr lang="en-US" sz="3398" dirty="0">
                <a:solidFill>
                  <a:schemeClr val="bg1"/>
                </a:solidFill>
                <a:latin typeface="Lucida Calligraphy" panose="03010101010101010101" pitchFamily="66" charset="77"/>
              </a:rPr>
              <a:t>and Collaboration</a:t>
            </a:r>
          </a:p>
        </p:txBody>
      </p:sp>
    </p:spTree>
  </p:cSld>
  <p:clrMap bg1="lt1" tx1="dk1" bg2="lt2" tx2="dk2" accent1="accent1" accent2="accent2" accent3="accent3" accent4="accent4" accent5="accent5" accent6="accent6" hlink="hlink" folHlink="folHlink"/>
  <p:sldLayoutIdLst>
    <p:sldLayoutId id="2147483765" r:id="rId1"/>
    <p:sldLayoutId id="2147483766" r:id="rId2"/>
  </p:sldLayoutIdLst>
  <p:hf sldNum="0" hdr="0" dt="0"/>
  <p:txStyles>
    <p:titleStyle>
      <a:lvl1pPr algn="ctr" defTabSz="4993343" rtl="0" eaLnBrk="1" fontAlgn="base" hangingPunct="1">
        <a:spcBef>
          <a:spcPct val="0"/>
        </a:spcBef>
        <a:spcAft>
          <a:spcPct val="0"/>
        </a:spcAft>
        <a:defRPr sz="24048">
          <a:solidFill>
            <a:schemeClr val="tx2"/>
          </a:solidFill>
          <a:latin typeface="+mj-lt"/>
          <a:ea typeface="MS PGothic" pitchFamily="34" charset="-128"/>
          <a:cs typeface="MS PGothic" pitchFamily="34" charset="-128"/>
        </a:defRPr>
      </a:lvl1pPr>
      <a:lvl2pPr algn="ctr" defTabSz="4993343" rtl="0" eaLnBrk="1" fontAlgn="base" hangingPunct="1">
        <a:spcBef>
          <a:spcPct val="0"/>
        </a:spcBef>
        <a:spcAft>
          <a:spcPct val="0"/>
        </a:spcAft>
        <a:defRPr sz="24048">
          <a:solidFill>
            <a:schemeClr val="tx2"/>
          </a:solidFill>
          <a:latin typeface="Times New Roman" charset="0"/>
          <a:ea typeface="MS PGothic" pitchFamily="34" charset="-128"/>
          <a:cs typeface="MS PGothic" pitchFamily="34" charset="-128"/>
        </a:defRPr>
      </a:lvl2pPr>
      <a:lvl3pPr algn="ctr" defTabSz="4993343" rtl="0" eaLnBrk="1" fontAlgn="base" hangingPunct="1">
        <a:spcBef>
          <a:spcPct val="0"/>
        </a:spcBef>
        <a:spcAft>
          <a:spcPct val="0"/>
        </a:spcAft>
        <a:defRPr sz="24048">
          <a:solidFill>
            <a:schemeClr val="tx2"/>
          </a:solidFill>
          <a:latin typeface="Times New Roman" charset="0"/>
          <a:ea typeface="MS PGothic" pitchFamily="34" charset="-128"/>
          <a:cs typeface="MS PGothic" pitchFamily="34" charset="-128"/>
        </a:defRPr>
      </a:lvl3pPr>
      <a:lvl4pPr algn="ctr" defTabSz="4993343" rtl="0" eaLnBrk="1" fontAlgn="base" hangingPunct="1">
        <a:spcBef>
          <a:spcPct val="0"/>
        </a:spcBef>
        <a:spcAft>
          <a:spcPct val="0"/>
        </a:spcAft>
        <a:defRPr sz="24048">
          <a:solidFill>
            <a:schemeClr val="tx2"/>
          </a:solidFill>
          <a:latin typeface="Times New Roman" charset="0"/>
          <a:ea typeface="MS PGothic" pitchFamily="34" charset="-128"/>
          <a:cs typeface="MS PGothic" pitchFamily="34" charset="-128"/>
        </a:defRPr>
      </a:lvl4pPr>
      <a:lvl5pPr algn="ctr" defTabSz="4993343" rtl="0" eaLnBrk="1" fontAlgn="base" hangingPunct="1">
        <a:spcBef>
          <a:spcPct val="0"/>
        </a:spcBef>
        <a:spcAft>
          <a:spcPct val="0"/>
        </a:spcAft>
        <a:defRPr sz="24048">
          <a:solidFill>
            <a:schemeClr val="tx2"/>
          </a:solidFill>
          <a:latin typeface="Times New Roman" charset="0"/>
          <a:ea typeface="MS PGothic" pitchFamily="34" charset="-128"/>
          <a:cs typeface="MS PGothic" pitchFamily="34" charset="-128"/>
        </a:defRPr>
      </a:lvl5pPr>
      <a:lvl6pPr marL="728143" algn="ctr" defTabSz="4993343" rtl="0" eaLnBrk="1" fontAlgn="base" hangingPunct="1">
        <a:spcBef>
          <a:spcPct val="0"/>
        </a:spcBef>
        <a:spcAft>
          <a:spcPct val="0"/>
        </a:spcAft>
        <a:defRPr sz="24048">
          <a:solidFill>
            <a:schemeClr val="tx2"/>
          </a:solidFill>
          <a:latin typeface="Times New Roman" charset="0"/>
        </a:defRPr>
      </a:lvl6pPr>
      <a:lvl7pPr marL="1456287" algn="ctr" defTabSz="4993343" rtl="0" eaLnBrk="1" fontAlgn="base" hangingPunct="1">
        <a:spcBef>
          <a:spcPct val="0"/>
        </a:spcBef>
        <a:spcAft>
          <a:spcPct val="0"/>
        </a:spcAft>
        <a:defRPr sz="24048">
          <a:solidFill>
            <a:schemeClr val="tx2"/>
          </a:solidFill>
          <a:latin typeface="Times New Roman" charset="0"/>
        </a:defRPr>
      </a:lvl7pPr>
      <a:lvl8pPr marL="2184430" algn="ctr" defTabSz="4993343" rtl="0" eaLnBrk="1" fontAlgn="base" hangingPunct="1">
        <a:spcBef>
          <a:spcPct val="0"/>
        </a:spcBef>
        <a:spcAft>
          <a:spcPct val="0"/>
        </a:spcAft>
        <a:defRPr sz="24048">
          <a:solidFill>
            <a:schemeClr val="tx2"/>
          </a:solidFill>
          <a:latin typeface="Times New Roman" charset="0"/>
        </a:defRPr>
      </a:lvl8pPr>
      <a:lvl9pPr marL="2912572" algn="ctr" defTabSz="4993343" rtl="0" eaLnBrk="1" fontAlgn="base" hangingPunct="1">
        <a:spcBef>
          <a:spcPct val="0"/>
        </a:spcBef>
        <a:spcAft>
          <a:spcPct val="0"/>
        </a:spcAft>
        <a:defRPr sz="24048">
          <a:solidFill>
            <a:schemeClr val="tx2"/>
          </a:solidFill>
          <a:latin typeface="Times New Roman" charset="0"/>
        </a:defRPr>
      </a:lvl9pPr>
    </p:titleStyle>
    <p:bodyStyle>
      <a:lvl1pPr marL="1873452" indent="-1873452" algn="l" defTabSz="4993343" rtl="0" eaLnBrk="1" fontAlgn="base" hangingPunct="1">
        <a:spcBef>
          <a:spcPct val="20000"/>
        </a:spcBef>
        <a:spcAft>
          <a:spcPct val="0"/>
        </a:spcAft>
        <a:buChar char="•"/>
        <a:defRPr sz="17519">
          <a:solidFill>
            <a:schemeClr val="tx1"/>
          </a:solidFill>
          <a:latin typeface="+mn-lt"/>
          <a:ea typeface="MS PGothic" pitchFamily="34" charset="-128"/>
          <a:cs typeface="MS PGothic" pitchFamily="34" charset="-128"/>
        </a:defRPr>
      </a:lvl1pPr>
      <a:lvl2pPr marL="4057881" indent="-1562473" algn="l" defTabSz="4993343" rtl="0" eaLnBrk="1" fontAlgn="base" hangingPunct="1">
        <a:spcBef>
          <a:spcPct val="20000"/>
        </a:spcBef>
        <a:spcAft>
          <a:spcPct val="0"/>
        </a:spcAft>
        <a:buChar char="–"/>
        <a:defRPr sz="15290">
          <a:solidFill>
            <a:schemeClr val="tx1"/>
          </a:solidFill>
          <a:latin typeface="+mn-lt"/>
          <a:ea typeface="MS PGothic" pitchFamily="34" charset="-128"/>
          <a:cs typeface="MS PGothic" charset="0"/>
        </a:defRPr>
      </a:lvl2pPr>
      <a:lvl3pPr marL="6242311" indent="-1248967" algn="l" defTabSz="4993343" rtl="0" eaLnBrk="1" fontAlgn="base" hangingPunct="1">
        <a:spcBef>
          <a:spcPct val="20000"/>
        </a:spcBef>
        <a:spcAft>
          <a:spcPct val="0"/>
        </a:spcAft>
        <a:buChar char="•"/>
        <a:defRPr sz="13061">
          <a:solidFill>
            <a:schemeClr val="tx1"/>
          </a:solidFill>
          <a:latin typeface="+mn-lt"/>
          <a:ea typeface="MS PGothic" pitchFamily="34" charset="-128"/>
          <a:cs typeface="MS PGothic" charset="0"/>
        </a:defRPr>
      </a:lvl3pPr>
      <a:lvl4pPr marL="8737717" indent="-1248967" algn="l" defTabSz="4993343" rtl="0" eaLnBrk="1" fontAlgn="base" hangingPunct="1">
        <a:spcBef>
          <a:spcPct val="20000"/>
        </a:spcBef>
        <a:spcAft>
          <a:spcPct val="0"/>
        </a:spcAft>
        <a:buChar char="–"/>
        <a:defRPr sz="10990">
          <a:solidFill>
            <a:schemeClr val="tx1"/>
          </a:solidFill>
          <a:latin typeface="+mn-lt"/>
          <a:ea typeface="MS PGothic" pitchFamily="34" charset="-128"/>
          <a:cs typeface="MS PGothic" charset="0"/>
        </a:defRPr>
      </a:lvl4pPr>
      <a:lvl5pPr marL="11233124" indent="-1246440" algn="l" defTabSz="4993343" rtl="0" eaLnBrk="1" fontAlgn="base" hangingPunct="1">
        <a:spcBef>
          <a:spcPct val="20000"/>
        </a:spcBef>
        <a:spcAft>
          <a:spcPct val="0"/>
        </a:spcAft>
        <a:buChar char="»"/>
        <a:defRPr sz="10990">
          <a:solidFill>
            <a:schemeClr val="tx1"/>
          </a:solidFill>
          <a:latin typeface="+mn-lt"/>
          <a:ea typeface="MS PGothic" pitchFamily="34" charset="-128"/>
          <a:cs typeface="MS PGothic" charset="0"/>
        </a:defRPr>
      </a:lvl5pPr>
      <a:lvl6pPr marL="11961267" indent="-1246440" algn="l" defTabSz="4993343" rtl="0" eaLnBrk="1" fontAlgn="base" hangingPunct="1">
        <a:spcBef>
          <a:spcPct val="20000"/>
        </a:spcBef>
        <a:spcAft>
          <a:spcPct val="0"/>
        </a:spcAft>
        <a:buChar char="»"/>
        <a:defRPr sz="10990">
          <a:solidFill>
            <a:schemeClr val="tx1"/>
          </a:solidFill>
          <a:latin typeface="+mn-lt"/>
          <a:ea typeface="ＭＳ Ｐゴシック" charset="-128"/>
        </a:defRPr>
      </a:lvl6pPr>
      <a:lvl7pPr marL="12689411" indent="-1246440" algn="l" defTabSz="4993343" rtl="0" eaLnBrk="1" fontAlgn="base" hangingPunct="1">
        <a:spcBef>
          <a:spcPct val="20000"/>
        </a:spcBef>
        <a:spcAft>
          <a:spcPct val="0"/>
        </a:spcAft>
        <a:buChar char="»"/>
        <a:defRPr sz="10990">
          <a:solidFill>
            <a:schemeClr val="tx1"/>
          </a:solidFill>
          <a:latin typeface="+mn-lt"/>
          <a:ea typeface="ＭＳ Ｐゴシック" charset="-128"/>
        </a:defRPr>
      </a:lvl7pPr>
      <a:lvl8pPr marL="13417553" indent="-1246440" algn="l" defTabSz="4993343" rtl="0" eaLnBrk="1" fontAlgn="base" hangingPunct="1">
        <a:spcBef>
          <a:spcPct val="20000"/>
        </a:spcBef>
        <a:spcAft>
          <a:spcPct val="0"/>
        </a:spcAft>
        <a:buChar char="»"/>
        <a:defRPr sz="10990">
          <a:solidFill>
            <a:schemeClr val="tx1"/>
          </a:solidFill>
          <a:latin typeface="+mn-lt"/>
          <a:ea typeface="ＭＳ Ｐゴシック" charset="-128"/>
        </a:defRPr>
      </a:lvl8pPr>
      <a:lvl9pPr marL="14145696" indent="-1246440" algn="l" defTabSz="4993343" rtl="0" eaLnBrk="1" fontAlgn="base" hangingPunct="1">
        <a:spcBef>
          <a:spcPct val="20000"/>
        </a:spcBef>
        <a:spcAft>
          <a:spcPct val="0"/>
        </a:spcAft>
        <a:buChar char="»"/>
        <a:defRPr sz="10990">
          <a:solidFill>
            <a:schemeClr val="tx1"/>
          </a:solidFill>
          <a:latin typeface="+mn-lt"/>
          <a:ea typeface="ＭＳ Ｐゴシック" charset="-128"/>
        </a:defRPr>
      </a:lvl9pPr>
    </p:bodyStyle>
    <p:otherStyle>
      <a:defPPr>
        <a:defRPr lang="en-US"/>
      </a:defPPr>
      <a:lvl1pPr marL="0" algn="l" defTabSz="728143" rtl="0" eaLnBrk="1" latinLnBrk="0" hangingPunct="1">
        <a:defRPr sz="2867" kern="1200">
          <a:solidFill>
            <a:schemeClr val="tx1"/>
          </a:solidFill>
          <a:latin typeface="+mn-lt"/>
          <a:ea typeface="+mn-ea"/>
          <a:cs typeface="+mn-cs"/>
        </a:defRPr>
      </a:lvl1pPr>
      <a:lvl2pPr marL="728143" algn="l" defTabSz="728143" rtl="0" eaLnBrk="1" latinLnBrk="0" hangingPunct="1">
        <a:defRPr sz="2867" kern="1200">
          <a:solidFill>
            <a:schemeClr val="tx1"/>
          </a:solidFill>
          <a:latin typeface="+mn-lt"/>
          <a:ea typeface="+mn-ea"/>
          <a:cs typeface="+mn-cs"/>
        </a:defRPr>
      </a:lvl2pPr>
      <a:lvl3pPr marL="1456287" algn="l" defTabSz="728143" rtl="0" eaLnBrk="1" latinLnBrk="0" hangingPunct="1">
        <a:defRPr sz="2867" kern="1200">
          <a:solidFill>
            <a:schemeClr val="tx1"/>
          </a:solidFill>
          <a:latin typeface="+mn-lt"/>
          <a:ea typeface="+mn-ea"/>
          <a:cs typeface="+mn-cs"/>
        </a:defRPr>
      </a:lvl3pPr>
      <a:lvl4pPr marL="2184430" algn="l" defTabSz="728143" rtl="0" eaLnBrk="1" latinLnBrk="0" hangingPunct="1">
        <a:defRPr sz="2867" kern="1200">
          <a:solidFill>
            <a:schemeClr val="tx1"/>
          </a:solidFill>
          <a:latin typeface="+mn-lt"/>
          <a:ea typeface="+mn-ea"/>
          <a:cs typeface="+mn-cs"/>
        </a:defRPr>
      </a:lvl4pPr>
      <a:lvl5pPr marL="2912572" algn="l" defTabSz="728143" rtl="0" eaLnBrk="1" latinLnBrk="0" hangingPunct="1">
        <a:defRPr sz="2867" kern="1200">
          <a:solidFill>
            <a:schemeClr val="tx1"/>
          </a:solidFill>
          <a:latin typeface="+mn-lt"/>
          <a:ea typeface="+mn-ea"/>
          <a:cs typeface="+mn-cs"/>
        </a:defRPr>
      </a:lvl5pPr>
      <a:lvl6pPr marL="3640715" algn="l" defTabSz="728143" rtl="0" eaLnBrk="1" latinLnBrk="0" hangingPunct="1">
        <a:defRPr sz="2867" kern="1200">
          <a:solidFill>
            <a:schemeClr val="tx1"/>
          </a:solidFill>
          <a:latin typeface="+mn-lt"/>
          <a:ea typeface="+mn-ea"/>
          <a:cs typeface="+mn-cs"/>
        </a:defRPr>
      </a:lvl6pPr>
      <a:lvl7pPr marL="4368858" algn="l" defTabSz="728143" rtl="0" eaLnBrk="1" latinLnBrk="0" hangingPunct="1">
        <a:defRPr sz="2867" kern="1200">
          <a:solidFill>
            <a:schemeClr val="tx1"/>
          </a:solidFill>
          <a:latin typeface="+mn-lt"/>
          <a:ea typeface="+mn-ea"/>
          <a:cs typeface="+mn-cs"/>
        </a:defRPr>
      </a:lvl7pPr>
      <a:lvl8pPr marL="5097002" algn="l" defTabSz="728143" rtl="0" eaLnBrk="1" latinLnBrk="0" hangingPunct="1">
        <a:defRPr sz="2867" kern="1200">
          <a:solidFill>
            <a:schemeClr val="tx1"/>
          </a:solidFill>
          <a:latin typeface="+mn-lt"/>
          <a:ea typeface="+mn-ea"/>
          <a:cs typeface="+mn-cs"/>
        </a:defRPr>
      </a:lvl8pPr>
      <a:lvl9pPr marL="5825145" algn="l" defTabSz="728143" rtl="0" eaLnBrk="1" latinLnBrk="0" hangingPunct="1">
        <a:defRPr sz="2867"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6.jpeg"/><Relationship Id="rId4" Type="http://schemas.openxmlformats.org/officeDocument/2006/relationships/image" Target="../media/image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2B1627D-38FC-5225-0CFA-67AA0964ED17}"/>
              </a:ext>
            </a:extLst>
          </p:cNvPr>
          <p:cNvSpPr/>
          <p:nvPr/>
        </p:nvSpPr>
        <p:spPr>
          <a:xfrm>
            <a:off x="14392" y="31590925"/>
            <a:ext cx="39319200" cy="1092200"/>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73" dirty="0">
              <a:solidFill>
                <a:schemeClr val="bg1"/>
              </a:solidFill>
              <a:latin typeface="Arial" panose="020B0604020202020204" pitchFamily="34" charset="0"/>
              <a:cs typeface="Arial" panose="020B0604020202020204" pitchFamily="34" charset="0"/>
            </a:endParaRPr>
          </a:p>
        </p:txBody>
      </p:sp>
      <p:sp>
        <p:nvSpPr>
          <p:cNvPr id="15363" name="Rectangle 29">
            <a:extLst>
              <a:ext uri="{FF2B5EF4-FFF2-40B4-BE49-F238E27FC236}">
                <a16:creationId xmlns:a16="http://schemas.microsoft.com/office/drawing/2014/main" id="{FA2A0EED-C850-4031-80E1-511B9C05F2DA}"/>
              </a:ext>
            </a:extLst>
          </p:cNvPr>
          <p:cNvSpPr>
            <a:spLocks noChangeArrowheads="1"/>
          </p:cNvSpPr>
          <p:nvPr/>
        </p:nvSpPr>
        <p:spPr bwMode="auto">
          <a:xfrm>
            <a:off x="2184403" y="-16772335"/>
            <a:ext cx="184731" cy="77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imes New Roman" panose="02020603050405020304" pitchFamily="18" charset="0"/>
                <a:ea typeface="MS PGothic" panose="020B0600070205080204" pitchFamily="34" charset="-128"/>
              </a:defRPr>
            </a:lvl1pPr>
            <a:lvl2pPr marL="742950" indent="-285750">
              <a:defRPr sz="2800">
                <a:solidFill>
                  <a:schemeClr val="tx1"/>
                </a:solidFill>
                <a:latin typeface="Times New Roman" panose="02020603050405020304" pitchFamily="18" charset="0"/>
                <a:ea typeface="MS PGothic" panose="020B0600070205080204" pitchFamily="34" charset="-128"/>
              </a:defRPr>
            </a:lvl2pPr>
            <a:lvl3pPr marL="1143000" indent="-228600">
              <a:defRPr sz="2800">
                <a:solidFill>
                  <a:schemeClr val="tx1"/>
                </a:solidFill>
                <a:latin typeface="Times New Roman" panose="02020603050405020304" pitchFamily="18" charset="0"/>
                <a:ea typeface="MS PGothic" panose="020B0600070205080204" pitchFamily="34" charset="-128"/>
              </a:defRPr>
            </a:lvl3pPr>
            <a:lvl4pPr marL="1600200" indent="-228600">
              <a:defRPr sz="2800">
                <a:solidFill>
                  <a:schemeClr val="tx1"/>
                </a:solidFill>
                <a:latin typeface="Times New Roman" panose="02020603050405020304" pitchFamily="18" charset="0"/>
                <a:ea typeface="MS PGothic" panose="020B0600070205080204" pitchFamily="34" charset="-128"/>
              </a:defRPr>
            </a:lvl4pPr>
            <a:lvl5pPr marL="2057400" indent="-228600">
              <a:defRPr sz="28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9pPr>
          </a:lstStyle>
          <a:p>
            <a:pPr eaLnBrk="1" hangingPunct="1"/>
            <a:endParaRPr lang="en-US" altLang="en-US" sz="4460"/>
          </a:p>
        </p:txBody>
      </p:sp>
      <p:sp>
        <p:nvSpPr>
          <p:cNvPr id="15364" name="Rectangle 31">
            <a:extLst>
              <a:ext uri="{FF2B5EF4-FFF2-40B4-BE49-F238E27FC236}">
                <a16:creationId xmlns:a16="http://schemas.microsoft.com/office/drawing/2014/main" id="{B9937E9E-0157-4BD3-985C-500427CFBB5F}"/>
              </a:ext>
            </a:extLst>
          </p:cNvPr>
          <p:cNvSpPr>
            <a:spLocks noChangeArrowheads="1"/>
          </p:cNvSpPr>
          <p:nvPr/>
        </p:nvSpPr>
        <p:spPr bwMode="auto">
          <a:xfrm>
            <a:off x="2184403" y="-16772335"/>
            <a:ext cx="184731" cy="77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imes New Roman" panose="02020603050405020304" pitchFamily="18" charset="0"/>
                <a:ea typeface="MS PGothic" panose="020B0600070205080204" pitchFamily="34" charset="-128"/>
              </a:defRPr>
            </a:lvl1pPr>
            <a:lvl2pPr marL="742950" indent="-285750">
              <a:defRPr sz="2800">
                <a:solidFill>
                  <a:schemeClr val="tx1"/>
                </a:solidFill>
                <a:latin typeface="Times New Roman" panose="02020603050405020304" pitchFamily="18" charset="0"/>
                <a:ea typeface="MS PGothic" panose="020B0600070205080204" pitchFamily="34" charset="-128"/>
              </a:defRPr>
            </a:lvl2pPr>
            <a:lvl3pPr marL="1143000" indent="-228600">
              <a:defRPr sz="2800">
                <a:solidFill>
                  <a:schemeClr val="tx1"/>
                </a:solidFill>
                <a:latin typeface="Times New Roman" panose="02020603050405020304" pitchFamily="18" charset="0"/>
                <a:ea typeface="MS PGothic" panose="020B0600070205080204" pitchFamily="34" charset="-128"/>
              </a:defRPr>
            </a:lvl3pPr>
            <a:lvl4pPr marL="1600200" indent="-228600">
              <a:defRPr sz="2800">
                <a:solidFill>
                  <a:schemeClr val="tx1"/>
                </a:solidFill>
                <a:latin typeface="Times New Roman" panose="02020603050405020304" pitchFamily="18" charset="0"/>
                <a:ea typeface="MS PGothic" panose="020B0600070205080204" pitchFamily="34" charset="-128"/>
              </a:defRPr>
            </a:lvl4pPr>
            <a:lvl5pPr marL="2057400" indent="-228600">
              <a:defRPr sz="28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9pPr>
          </a:lstStyle>
          <a:p>
            <a:pPr eaLnBrk="1" hangingPunct="1"/>
            <a:endParaRPr lang="en-US" altLang="en-US" sz="4460"/>
          </a:p>
        </p:txBody>
      </p:sp>
      <p:sp>
        <p:nvSpPr>
          <p:cNvPr id="15365" name="Rectangle 33">
            <a:extLst>
              <a:ext uri="{FF2B5EF4-FFF2-40B4-BE49-F238E27FC236}">
                <a16:creationId xmlns:a16="http://schemas.microsoft.com/office/drawing/2014/main" id="{570C4CE9-E499-47AD-8559-3D129DBC5002}"/>
              </a:ext>
            </a:extLst>
          </p:cNvPr>
          <p:cNvSpPr>
            <a:spLocks noChangeArrowheads="1"/>
          </p:cNvSpPr>
          <p:nvPr/>
        </p:nvSpPr>
        <p:spPr bwMode="auto">
          <a:xfrm>
            <a:off x="2184403" y="-16772335"/>
            <a:ext cx="184731" cy="77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sz="2800">
                <a:solidFill>
                  <a:schemeClr val="tx1"/>
                </a:solidFill>
                <a:latin typeface="Times New Roman" panose="02020603050405020304" pitchFamily="18" charset="0"/>
                <a:ea typeface="MS PGothic" panose="020B0600070205080204" pitchFamily="34" charset="-128"/>
              </a:defRPr>
            </a:lvl1pPr>
            <a:lvl2pPr marL="742950" indent="-285750">
              <a:defRPr sz="2800">
                <a:solidFill>
                  <a:schemeClr val="tx1"/>
                </a:solidFill>
                <a:latin typeface="Times New Roman" panose="02020603050405020304" pitchFamily="18" charset="0"/>
                <a:ea typeface="MS PGothic" panose="020B0600070205080204" pitchFamily="34" charset="-128"/>
              </a:defRPr>
            </a:lvl2pPr>
            <a:lvl3pPr marL="1143000" indent="-228600">
              <a:defRPr sz="2800">
                <a:solidFill>
                  <a:schemeClr val="tx1"/>
                </a:solidFill>
                <a:latin typeface="Times New Roman" panose="02020603050405020304" pitchFamily="18" charset="0"/>
                <a:ea typeface="MS PGothic" panose="020B0600070205080204" pitchFamily="34" charset="-128"/>
              </a:defRPr>
            </a:lvl3pPr>
            <a:lvl4pPr marL="1600200" indent="-228600">
              <a:defRPr sz="2800">
                <a:solidFill>
                  <a:schemeClr val="tx1"/>
                </a:solidFill>
                <a:latin typeface="Times New Roman" panose="02020603050405020304" pitchFamily="18" charset="0"/>
                <a:ea typeface="MS PGothic" panose="020B0600070205080204" pitchFamily="34" charset="-128"/>
              </a:defRPr>
            </a:lvl4pPr>
            <a:lvl5pPr marL="2057400" indent="-228600">
              <a:defRPr sz="28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9pPr>
          </a:lstStyle>
          <a:p>
            <a:pPr eaLnBrk="1" hangingPunct="1"/>
            <a:endParaRPr lang="en-US" altLang="en-US" sz="4460"/>
          </a:p>
        </p:txBody>
      </p:sp>
      <p:sp>
        <p:nvSpPr>
          <p:cNvPr id="15366" name="Text Box 58">
            <a:extLst>
              <a:ext uri="{FF2B5EF4-FFF2-40B4-BE49-F238E27FC236}">
                <a16:creationId xmlns:a16="http://schemas.microsoft.com/office/drawing/2014/main" id="{E61F2205-235D-418B-B209-8EDC61A5650B}"/>
              </a:ext>
            </a:extLst>
          </p:cNvPr>
          <p:cNvSpPr txBox="1">
            <a:spLocks noChangeArrowheads="1"/>
          </p:cNvSpPr>
          <p:nvPr/>
        </p:nvSpPr>
        <p:spPr bwMode="auto">
          <a:xfrm>
            <a:off x="2078216" y="-16372881"/>
            <a:ext cx="1597848" cy="745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New Roman" panose="02020603050405020304" pitchFamily="18" charset="0"/>
                <a:ea typeface="MS PGothic" panose="020B0600070205080204" pitchFamily="34" charset="-128"/>
              </a:defRPr>
            </a:lvl1pPr>
            <a:lvl2pPr marL="742950" indent="-285750">
              <a:defRPr sz="2800">
                <a:solidFill>
                  <a:schemeClr val="tx1"/>
                </a:solidFill>
                <a:latin typeface="Times New Roman" panose="02020603050405020304" pitchFamily="18" charset="0"/>
                <a:ea typeface="MS PGothic" panose="020B0600070205080204" pitchFamily="34" charset="-128"/>
              </a:defRPr>
            </a:lvl2pPr>
            <a:lvl3pPr marL="1143000" indent="-228600">
              <a:defRPr sz="2800">
                <a:solidFill>
                  <a:schemeClr val="tx1"/>
                </a:solidFill>
                <a:latin typeface="Times New Roman" panose="02020603050405020304" pitchFamily="18" charset="0"/>
                <a:ea typeface="MS PGothic" panose="020B0600070205080204" pitchFamily="34" charset="-128"/>
              </a:defRPr>
            </a:lvl3pPr>
            <a:lvl4pPr marL="1600200" indent="-228600">
              <a:defRPr sz="2800">
                <a:solidFill>
                  <a:schemeClr val="tx1"/>
                </a:solidFill>
                <a:latin typeface="Times New Roman" panose="02020603050405020304" pitchFamily="18" charset="0"/>
                <a:ea typeface="MS PGothic" panose="020B0600070205080204" pitchFamily="34" charset="-128"/>
              </a:defRPr>
            </a:lvl4pPr>
            <a:lvl5pPr marL="2057400" indent="-228600">
              <a:defRPr sz="28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9pPr>
          </a:lstStyle>
          <a:p>
            <a:endParaRPr lang="en-US" altLang="en-US" sz="4460"/>
          </a:p>
        </p:txBody>
      </p:sp>
      <p:sp>
        <p:nvSpPr>
          <p:cNvPr id="15367" name="Text Box 63">
            <a:extLst>
              <a:ext uri="{FF2B5EF4-FFF2-40B4-BE49-F238E27FC236}">
                <a16:creationId xmlns:a16="http://schemas.microsoft.com/office/drawing/2014/main" id="{AD800311-06D7-4735-BC47-91A6348AC7E0}"/>
              </a:ext>
            </a:extLst>
          </p:cNvPr>
          <p:cNvSpPr txBox="1">
            <a:spLocks noChangeArrowheads="1"/>
          </p:cNvSpPr>
          <p:nvPr/>
        </p:nvSpPr>
        <p:spPr bwMode="auto">
          <a:xfrm>
            <a:off x="4500269" y="-16261645"/>
            <a:ext cx="1314686" cy="9101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800">
                <a:solidFill>
                  <a:schemeClr val="tx1"/>
                </a:solidFill>
                <a:latin typeface="Times New Roman" panose="02020603050405020304" pitchFamily="18" charset="0"/>
                <a:ea typeface="MS PGothic" panose="020B0600070205080204" pitchFamily="34" charset="-128"/>
              </a:defRPr>
            </a:lvl1pPr>
            <a:lvl2pPr marL="742950" indent="-285750">
              <a:defRPr sz="2800">
                <a:solidFill>
                  <a:schemeClr val="tx1"/>
                </a:solidFill>
                <a:latin typeface="Times New Roman" panose="02020603050405020304" pitchFamily="18" charset="0"/>
                <a:ea typeface="MS PGothic" panose="020B0600070205080204" pitchFamily="34" charset="-128"/>
              </a:defRPr>
            </a:lvl2pPr>
            <a:lvl3pPr marL="1143000" indent="-228600">
              <a:defRPr sz="2800">
                <a:solidFill>
                  <a:schemeClr val="tx1"/>
                </a:solidFill>
                <a:latin typeface="Times New Roman" panose="02020603050405020304" pitchFamily="18" charset="0"/>
                <a:ea typeface="MS PGothic" panose="020B0600070205080204" pitchFamily="34" charset="-128"/>
              </a:defRPr>
            </a:lvl3pPr>
            <a:lvl4pPr marL="1600200" indent="-228600">
              <a:defRPr sz="2800">
                <a:solidFill>
                  <a:schemeClr val="tx1"/>
                </a:solidFill>
                <a:latin typeface="Times New Roman" panose="02020603050405020304" pitchFamily="18" charset="0"/>
                <a:ea typeface="MS PGothic" panose="020B0600070205080204" pitchFamily="34" charset="-128"/>
              </a:defRPr>
            </a:lvl4pPr>
            <a:lvl5pPr marL="2057400" indent="-228600">
              <a:defRPr sz="28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9pPr>
          </a:lstStyle>
          <a:p>
            <a:endParaRPr lang="en-US" altLang="en-US" sz="4460"/>
          </a:p>
        </p:txBody>
      </p:sp>
      <p:sp>
        <p:nvSpPr>
          <p:cNvPr id="15368" name="Text Box 61">
            <a:extLst>
              <a:ext uri="{FF2B5EF4-FFF2-40B4-BE49-F238E27FC236}">
                <a16:creationId xmlns:a16="http://schemas.microsoft.com/office/drawing/2014/main" id="{DD1D7608-C123-4A98-880F-03C0428FDAA1}"/>
              </a:ext>
            </a:extLst>
          </p:cNvPr>
          <p:cNvSpPr txBox="1">
            <a:spLocks noChangeArrowheads="1"/>
          </p:cNvSpPr>
          <p:nvPr/>
        </p:nvSpPr>
        <p:spPr bwMode="auto">
          <a:xfrm>
            <a:off x="3044003" y="-15639697"/>
            <a:ext cx="2611673" cy="778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800">
                <a:solidFill>
                  <a:schemeClr val="tx1"/>
                </a:solidFill>
                <a:latin typeface="Times New Roman" panose="02020603050405020304" pitchFamily="18" charset="0"/>
                <a:ea typeface="MS PGothic" panose="020B0600070205080204" pitchFamily="34" charset="-128"/>
              </a:defRPr>
            </a:lvl1pPr>
            <a:lvl2pPr marL="742950" indent="-285750">
              <a:defRPr sz="2800">
                <a:solidFill>
                  <a:schemeClr val="tx1"/>
                </a:solidFill>
                <a:latin typeface="Times New Roman" panose="02020603050405020304" pitchFamily="18" charset="0"/>
                <a:ea typeface="MS PGothic" panose="020B0600070205080204" pitchFamily="34" charset="-128"/>
              </a:defRPr>
            </a:lvl2pPr>
            <a:lvl3pPr marL="1143000" indent="-228600">
              <a:defRPr sz="2800">
                <a:solidFill>
                  <a:schemeClr val="tx1"/>
                </a:solidFill>
                <a:latin typeface="Times New Roman" panose="02020603050405020304" pitchFamily="18" charset="0"/>
                <a:ea typeface="MS PGothic" panose="020B0600070205080204" pitchFamily="34" charset="-128"/>
              </a:defRPr>
            </a:lvl3pPr>
            <a:lvl4pPr marL="1600200" indent="-228600">
              <a:defRPr sz="2800">
                <a:solidFill>
                  <a:schemeClr val="tx1"/>
                </a:solidFill>
                <a:latin typeface="Times New Roman" panose="02020603050405020304" pitchFamily="18" charset="0"/>
                <a:ea typeface="MS PGothic" panose="020B0600070205080204" pitchFamily="34" charset="-128"/>
              </a:defRPr>
            </a:lvl4pPr>
            <a:lvl5pPr marL="2057400" indent="-228600">
              <a:defRPr sz="2800">
                <a:solidFill>
                  <a:schemeClr val="tx1"/>
                </a:solidFill>
                <a:latin typeface="Times New Roman" panose="02020603050405020304" pitchFamily="18" charset="0"/>
                <a:ea typeface="MS PGothic" panose="020B0600070205080204" pitchFamily="34" charset="-128"/>
              </a:defRPr>
            </a:lvl5pPr>
            <a:lvl6pPr marL="25146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6pPr>
            <a:lvl7pPr marL="29718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7pPr>
            <a:lvl8pPr marL="34290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8pPr>
            <a:lvl9pPr marL="3886200" indent="-228600" eaLnBrk="0" fontAlgn="base" hangingPunct="0">
              <a:spcBef>
                <a:spcPct val="0"/>
              </a:spcBef>
              <a:spcAft>
                <a:spcPct val="0"/>
              </a:spcAft>
              <a:defRPr sz="2800">
                <a:solidFill>
                  <a:schemeClr val="tx1"/>
                </a:solidFill>
                <a:latin typeface="Times New Roman" panose="02020603050405020304" pitchFamily="18" charset="0"/>
                <a:ea typeface="MS PGothic" panose="020B0600070205080204" pitchFamily="34" charset="-128"/>
              </a:defRPr>
            </a:lvl9pPr>
          </a:lstStyle>
          <a:p>
            <a:endParaRPr lang="en-US" altLang="en-US" sz="4460"/>
          </a:p>
        </p:txBody>
      </p:sp>
      <p:sp>
        <p:nvSpPr>
          <p:cNvPr id="12" name="TextBox 11">
            <a:extLst>
              <a:ext uri="{FF2B5EF4-FFF2-40B4-BE49-F238E27FC236}">
                <a16:creationId xmlns:a16="http://schemas.microsoft.com/office/drawing/2014/main" id="{07DDB51E-009D-4C90-B171-DEA53851EAB8}"/>
              </a:ext>
            </a:extLst>
          </p:cNvPr>
          <p:cNvSpPr txBox="1"/>
          <p:nvPr/>
        </p:nvSpPr>
        <p:spPr>
          <a:xfrm>
            <a:off x="6865258" y="4209251"/>
            <a:ext cx="25588685" cy="2003754"/>
          </a:xfrm>
          <a:prstGeom prst="rect">
            <a:avLst/>
          </a:prstGeom>
          <a:noFill/>
        </p:spPr>
        <p:txBody>
          <a:bodyPr wrap="square" rtlCol="0">
            <a:spAutoFit/>
          </a:bodyPr>
          <a:lstStyle/>
          <a:p>
            <a:pPr algn="ctr"/>
            <a:r>
              <a:rPr lang="en-US" sz="5016" b="1" dirty="0">
                <a:solidFill>
                  <a:schemeClr val="bg1"/>
                </a:solidFill>
                <a:latin typeface="Arial" panose="020B0604020202020204" pitchFamily="34" charset="0"/>
                <a:cs typeface="Arial" panose="020B0604020202020204" pitchFamily="34" charset="0"/>
              </a:rPr>
              <a:t>ECE ??? </a:t>
            </a:r>
          </a:p>
          <a:p>
            <a:pPr algn="ctr"/>
            <a:endParaRPr lang="en-US" sz="2389" b="1" dirty="0">
              <a:solidFill>
                <a:schemeClr val="bg1"/>
              </a:solidFill>
              <a:latin typeface="Arial" panose="020B0604020202020204" pitchFamily="34" charset="0"/>
              <a:cs typeface="Arial" panose="020B0604020202020204" pitchFamily="34" charset="0"/>
            </a:endParaRPr>
          </a:p>
          <a:p>
            <a:pPr algn="ctr"/>
            <a:r>
              <a:rPr lang="en-US" sz="5016" b="1" dirty="0">
                <a:solidFill>
                  <a:schemeClr val="bg1"/>
                </a:solidFill>
                <a:latin typeface="Arial" panose="020B0604020202020204" pitchFamily="34" charset="0"/>
                <a:cs typeface="Arial" panose="020B0604020202020204" pitchFamily="34" charset="0"/>
              </a:rPr>
              <a:t>&lt;Team Name&gt;</a:t>
            </a:r>
          </a:p>
        </p:txBody>
      </p:sp>
      <p:sp>
        <p:nvSpPr>
          <p:cNvPr id="25" name="Rectangle 24">
            <a:extLst>
              <a:ext uri="{FF2B5EF4-FFF2-40B4-BE49-F238E27FC236}">
                <a16:creationId xmlns:a16="http://schemas.microsoft.com/office/drawing/2014/main" id="{A31C9414-DAF4-4567-B80A-E87D2A32B3EF}"/>
              </a:ext>
            </a:extLst>
          </p:cNvPr>
          <p:cNvSpPr/>
          <p:nvPr/>
        </p:nvSpPr>
        <p:spPr>
          <a:xfrm>
            <a:off x="13886544" y="4935712"/>
            <a:ext cx="11840835" cy="1381994"/>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The Problem</a:t>
            </a:r>
          </a:p>
        </p:txBody>
      </p:sp>
      <p:sp>
        <p:nvSpPr>
          <p:cNvPr id="30" name="Rectangle 29">
            <a:extLst>
              <a:ext uri="{FF2B5EF4-FFF2-40B4-BE49-F238E27FC236}">
                <a16:creationId xmlns:a16="http://schemas.microsoft.com/office/drawing/2014/main" id="{DE9F486B-187F-42FD-BC06-F06B3E11A1E0}"/>
              </a:ext>
            </a:extLst>
          </p:cNvPr>
          <p:cNvSpPr/>
          <p:nvPr/>
        </p:nvSpPr>
        <p:spPr>
          <a:xfrm>
            <a:off x="406899" y="4936781"/>
            <a:ext cx="13231995" cy="1381994"/>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Background and Motivation</a:t>
            </a:r>
          </a:p>
        </p:txBody>
      </p:sp>
      <p:sp>
        <p:nvSpPr>
          <p:cNvPr id="34" name="Rectangle 33">
            <a:extLst>
              <a:ext uri="{FF2B5EF4-FFF2-40B4-BE49-F238E27FC236}">
                <a16:creationId xmlns:a16="http://schemas.microsoft.com/office/drawing/2014/main" id="{DEEBFA90-DD08-4264-A16C-27145B3968F0}"/>
              </a:ext>
            </a:extLst>
          </p:cNvPr>
          <p:cNvSpPr/>
          <p:nvPr/>
        </p:nvSpPr>
        <p:spPr>
          <a:xfrm>
            <a:off x="26022097" y="4963152"/>
            <a:ext cx="12477953" cy="1381993"/>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Results</a:t>
            </a:r>
          </a:p>
        </p:txBody>
      </p:sp>
      <p:sp>
        <p:nvSpPr>
          <p:cNvPr id="35" name="Rectangle 34">
            <a:extLst>
              <a:ext uri="{FF2B5EF4-FFF2-40B4-BE49-F238E27FC236}">
                <a16:creationId xmlns:a16="http://schemas.microsoft.com/office/drawing/2014/main" id="{53EFABFA-008E-4AD2-BBCA-B22FCA2707EF}"/>
              </a:ext>
            </a:extLst>
          </p:cNvPr>
          <p:cNvSpPr/>
          <p:nvPr/>
        </p:nvSpPr>
        <p:spPr>
          <a:xfrm>
            <a:off x="294720" y="15608769"/>
            <a:ext cx="13297104" cy="1813277"/>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Our Approach</a:t>
            </a:r>
          </a:p>
        </p:txBody>
      </p:sp>
      <p:sp>
        <p:nvSpPr>
          <p:cNvPr id="36" name="Rectangle 35">
            <a:extLst>
              <a:ext uri="{FF2B5EF4-FFF2-40B4-BE49-F238E27FC236}">
                <a16:creationId xmlns:a16="http://schemas.microsoft.com/office/drawing/2014/main" id="{7FE94BF9-C824-47B0-897E-0B5D22594F20}"/>
              </a:ext>
            </a:extLst>
          </p:cNvPr>
          <p:cNvSpPr/>
          <p:nvPr/>
        </p:nvSpPr>
        <p:spPr>
          <a:xfrm>
            <a:off x="26022097" y="17552858"/>
            <a:ext cx="12477953" cy="1381992"/>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Next Steps</a:t>
            </a:r>
          </a:p>
        </p:txBody>
      </p:sp>
      <p:sp>
        <p:nvSpPr>
          <p:cNvPr id="202" name="Rectangle 201">
            <a:extLst>
              <a:ext uri="{FF2B5EF4-FFF2-40B4-BE49-F238E27FC236}">
                <a16:creationId xmlns:a16="http://schemas.microsoft.com/office/drawing/2014/main" id="{110B25B3-C233-456E-8EBD-1270B4BBA2F5}"/>
              </a:ext>
            </a:extLst>
          </p:cNvPr>
          <p:cNvSpPr/>
          <p:nvPr/>
        </p:nvSpPr>
        <p:spPr>
          <a:xfrm>
            <a:off x="13835045" y="17669890"/>
            <a:ext cx="11875167" cy="1316224"/>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Temporal Interface</a:t>
            </a:r>
          </a:p>
        </p:txBody>
      </p:sp>
      <p:sp>
        <p:nvSpPr>
          <p:cNvPr id="15375" name="Rectangle 15374">
            <a:extLst>
              <a:ext uri="{FF2B5EF4-FFF2-40B4-BE49-F238E27FC236}">
                <a16:creationId xmlns:a16="http://schemas.microsoft.com/office/drawing/2014/main" id="{D3C792C5-0E28-4AC8-A408-EE6044A2CDE1}"/>
              </a:ext>
            </a:extLst>
          </p:cNvPr>
          <p:cNvSpPr/>
          <p:nvPr/>
        </p:nvSpPr>
        <p:spPr>
          <a:xfrm>
            <a:off x="310512" y="378400"/>
            <a:ext cx="6731104" cy="3780733"/>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5016" b="1" dirty="0">
              <a:solidFill>
                <a:schemeClr val="bg1"/>
              </a:solidFill>
              <a:latin typeface="Arial" panose="020B0604020202020204" pitchFamily="34" charset="0"/>
              <a:cs typeface="Arial" panose="020B0604020202020204" pitchFamily="34" charset="0"/>
            </a:endParaRPr>
          </a:p>
        </p:txBody>
      </p:sp>
      <p:sp>
        <p:nvSpPr>
          <p:cNvPr id="15377" name="TextBox 15376">
            <a:extLst>
              <a:ext uri="{FF2B5EF4-FFF2-40B4-BE49-F238E27FC236}">
                <a16:creationId xmlns:a16="http://schemas.microsoft.com/office/drawing/2014/main" id="{6F71B1B2-8A49-474C-A9E7-25462C6514C8}"/>
              </a:ext>
            </a:extLst>
          </p:cNvPr>
          <p:cNvSpPr txBox="1"/>
          <p:nvPr/>
        </p:nvSpPr>
        <p:spPr>
          <a:xfrm>
            <a:off x="-488414" y="28655434"/>
            <a:ext cx="8416086" cy="680507"/>
          </a:xfrm>
          <a:prstGeom prst="rect">
            <a:avLst/>
          </a:prstGeom>
          <a:noFill/>
        </p:spPr>
        <p:txBody>
          <a:bodyPr wrap="none" rtlCol="0">
            <a:spAutoFit/>
          </a:bodyPr>
          <a:lstStyle/>
          <a:p>
            <a:r>
              <a:rPr lang="en-US" sz="3822" b="1" dirty="0">
                <a:solidFill>
                  <a:schemeClr val="bg1"/>
                </a:solidFill>
              </a:rPr>
              <a:t>           ECE Capstone Open House 2024</a:t>
            </a:r>
          </a:p>
        </p:txBody>
      </p:sp>
      <p:sp>
        <p:nvSpPr>
          <p:cNvPr id="4" name="Rectangle 3">
            <a:extLst>
              <a:ext uri="{FF2B5EF4-FFF2-40B4-BE49-F238E27FC236}">
                <a16:creationId xmlns:a16="http://schemas.microsoft.com/office/drawing/2014/main" id="{F94DC68F-D74F-CBA6-DF8E-99DB402FC877}"/>
              </a:ext>
            </a:extLst>
          </p:cNvPr>
          <p:cNvSpPr/>
          <p:nvPr/>
        </p:nvSpPr>
        <p:spPr>
          <a:xfrm>
            <a:off x="33494135" y="27269019"/>
            <a:ext cx="3414889" cy="686229"/>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2973" b="1" dirty="0">
              <a:solidFill>
                <a:schemeClr val="bg1"/>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B1873DA-91CE-364F-5CF3-E3CE3B1227BD}"/>
              </a:ext>
            </a:extLst>
          </p:cNvPr>
          <p:cNvSpPr/>
          <p:nvPr/>
        </p:nvSpPr>
        <p:spPr>
          <a:xfrm>
            <a:off x="359829" y="4926627"/>
            <a:ext cx="13231995" cy="10240435"/>
          </a:xfrm>
          <a:prstGeom prst="rect">
            <a:avLst/>
          </a:prstGeom>
          <a:noFill/>
          <a:ln w="38100">
            <a:solidFill>
              <a:schemeClr val="accent1">
                <a:shade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344" b="1" dirty="0">
              <a:solidFill>
                <a:schemeClr val="bg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A540AA3E-571D-BCDB-D7FD-FCD22DEC3487}"/>
              </a:ext>
            </a:extLst>
          </p:cNvPr>
          <p:cNvSpPr/>
          <p:nvPr/>
        </p:nvSpPr>
        <p:spPr>
          <a:xfrm>
            <a:off x="13886544" y="4963152"/>
            <a:ext cx="11840835" cy="12463070"/>
          </a:xfrm>
          <a:prstGeom prst="rect">
            <a:avLst/>
          </a:prstGeom>
          <a:noFill/>
          <a:ln w="38100">
            <a:solidFill>
              <a:schemeClr val="accent1">
                <a:shade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344" b="1"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DCA60DA1-4846-5F2E-5FD1-335471465E90}"/>
              </a:ext>
            </a:extLst>
          </p:cNvPr>
          <p:cNvSpPr/>
          <p:nvPr/>
        </p:nvSpPr>
        <p:spPr>
          <a:xfrm>
            <a:off x="26022097" y="4963152"/>
            <a:ext cx="12477953" cy="25897847"/>
          </a:xfrm>
          <a:prstGeom prst="rect">
            <a:avLst/>
          </a:prstGeom>
          <a:noFill/>
          <a:ln w="38100">
            <a:solidFill>
              <a:schemeClr val="accent1">
                <a:shade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344" b="1" dirty="0">
              <a:solidFill>
                <a:schemeClr val="bg1"/>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A8881E6-6CFE-401D-B218-0B3B2AC78281}"/>
              </a:ext>
            </a:extLst>
          </p:cNvPr>
          <p:cNvSpPr/>
          <p:nvPr/>
        </p:nvSpPr>
        <p:spPr>
          <a:xfrm>
            <a:off x="359829" y="15608769"/>
            <a:ext cx="13231995" cy="15252231"/>
          </a:xfrm>
          <a:prstGeom prst="rect">
            <a:avLst/>
          </a:prstGeom>
          <a:noFill/>
          <a:ln w="38100">
            <a:solidFill>
              <a:schemeClr val="accent1">
                <a:shade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344" b="1" dirty="0">
              <a:solidFill>
                <a:schemeClr val="bg1"/>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7CB3CF86-FED8-D0E9-C75A-D2EDD506E553}"/>
              </a:ext>
            </a:extLst>
          </p:cNvPr>
          <p:cNvSpPr/>
          <p:nvPr/>
        </p:nvSpPr>
        <p:spPr>
          <a:xfrm>
            <a:off x="13852212" y="17642452"/>
            <a:ext cx="11840835" cy="13218547"/>
          </a:xfrm>
          <a:prstGeom prst="rect">
            <a:avLst/>
          </a:prstGeom>
          <a:noFill/>
          <a:ln w="38100">
            <a:solidFill>
              <a:schemeClr val="accent1">
                <a:shade val="15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344" b="1" dirty="0">
              <a:solidFill>
                <a:schemeClr val="bg1"/>
              </a:solidFill>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2F888FF4-18C1-0114-49DE-65302E796083}"/>
              </a:ext>
            </a:extLst>
          </p:cNvPr>
          <p:cNvSpPr txBox="1"/>
          <p:nvPr/>
        </p:nvSpPr>
        <p:spPr>
          <a:xfrm>
            <a:off x="5655676" y="278819"/>
            <a:ext cx="27634947" cy="3046988"/>
          </a:xfrm>
          <a:prstGeom prst="rect">
            <a:avLst/>
          </a:prstGeom>
          <a:noFill/>
        </p:spPr>
        <p:txBody>
          <a:bodyPr wrap="square" rtlCol="0">
            <a:spAutoFit/>
          </a:bodyPr>
          <a:lstStyle/>
          <a:p>
            <a:pPr algn="ctr"/>
            <a:r>
              <a:rPr lang="en-US" sz="9600" b="1" dirty="0">
                <a:solidFill>
                  <a:schemeClr val="bg1"/>
                </a:solidFill>
                <a:latin typeface="Arabic Typesetting" panose="020F0502020204030204" pitchFamily="66" charset="-78"/>
                <a:cs typeface="Arabic Typesetting" panose="020F0502020204030204" pitchFamily="66" charset="-78"/>
              </a:rPr>
              <a:t>ECE 455</a:t>
            </a:r>
          </a:p>
          <a:p>
            <a:pPr algn="ctr"/>
            <a:r>
              <a:rPr lang="en-US" sz="9600" b="1" dirty="0">
                <a:solidFill>
                  <a:schemeClr val="bg1"/>
                </a:solidFill>
                <a:latin typeface="Arabic Typesetting" panose="020F0502020204030204" pitchFamily="66" charset="-78"/>
                <a:cs typeface="Arabic Typesetting" panose="020F0502020204030204" pitchFamily="66" charset="-78"/>
              </a:rPr>
              <a:t>The Brain Stimulator</a:t>
            </a:r>
            <a:endParaRPr lang="en-US" sz="2000" b="1" dirty="0">
              <a:solidFill>
                <a:schemeClr val="bg1"/>
              </a:solidFill>
              <a:latin typeface="Arabic Typesetting" panose="020F0502020204030204" pitchFamily="66" charset="-78"/>
              <a:cs typeface="Arabic Typesetting" panose="020F0502020204030204" pitchFamily="66" charset="-78"/>
            </a:endParaRPr>
          </a:p>
        </p:txBody>
      </p:sp>
      <p:sp>
        <p:nvSpPr>
          <p:cNvPr id="14" name="Rectangle 13">
            <a:extLst>
              <a:ext uri="{FF2B5EF4-FFF2-40B4-BE49-F238E27FC236}">
                <a16:creationId xmlns:a16="http://schemas.microsoft.com/office/drawing/2014/main" id="{4426050A-8698-151F-3BCA-4ACC6BBBF586}"/>
              </a:ext>
            </a:extLst>
          </p:cNvPr>
          <p:cNvSpPr/>
          <p:nvPr/>
        </p:nvSpPr>
        <p:spPr>
          <a:xfrm>
            <a:off x="301252" y="442425"/>
            <a:ext cx="5635343" cy="2376975"/>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200" b="1"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846AA926-6438-F1E9-7339-94FB807EC0A5}"/>
              </a:ext>
            </a:extLst>
          </p:cNvPr>
          <p:cNvSpPr txBox="1"/>
          <p:nvPr/>
        </p:nvSpPr>
        <p:spPr>
          <a:xfrm>
            <a:off x="14431787" y="3295039"/>
            <a:ext cx="21045209" cy="1015663"/>
          </a:xfrm>
          <a:prstGeom prst="rect">
            <a:avLst/>
          </a:prstGeom>
          <a:noFill/>
        </p:spPr>
        <p:txBody>
          <a:bodyPr wrap="square" rtlCol="0">
            <a:spAutoFit/>
          </a:bodyPr>
          <a:lstStyle/>
          <a:p>
            <a:pPr algn="just"/>
            <a:r>
              <a:rPr lang="en-US" sz="6000" b="1" dirty="0">
                <a:solidFill>
                  <a:schemeClr val="bg1"/>
                </a:solidFill>
                <a:latin typeface="Arabic Typesetting" panose="03020402040406030203" pitchFamily="66" charset="-78"/>
                <a:cs typeface="Arabic Typesetting" panose="03020402040406030203" pitchFamily="66" charset="-78"/>
              </a:rPr>
              <a:t>Samad Quryshi, Tyler White, Guandong Koang</a:t>
            </a:r>
          </a:p>
        </p:txBody>
      </p:sp>
      <p:sp>
        <p:nvSpPr>
          <p:cNvPr id="6" name="Rectangle 5">
            <a:extLst>
              <a:ext uri="{FF2B5EF4-FFF2-40B4-BE49-F238E27FC236}">
                <a16:creationId xmlns:a16="http://schemas.microsoft.com/office/drawing/2014/main" id="{DB912C95-3625-B048-DEE3-87794A10E1D5}"/>
              </a:ext>
            </a:extLst>
          </p:cNvPr>
          <p:cNvSpPr/>
          <p:nvPr/>
        </p:nvSpPr>
        <p:spPr>
          <a:xfrm>
            <a:off x="26022097" y="24363268"/>
            <a:ext cx="12477953" cy="1381992"/>
          </a:xfrm>
          <a:prstGeom prst="rect">
            <a:avLst/>
          </a:prstGeom>
          <a:solidFill>
            <a:srgbClr val="C505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5733" b="1" dirty="0">
                <a:solidFill>
                  <a:schemeClr val="bg1"/>
                </a:solidFill>
                <a:latin typeface="Arial" panose="020B0604020202020204" pitchFamily="34" charset="0"/>
                <a:cs typeface="Arial" panose="020B0604020202020204" pitchFamily="34" charset="0"/>
              </a:rPr>
              <a:t>References</a:t>
            </a:r>
          </a:p>
        </p:txBody>
      </p:sp>
      <p:pic>
        <p:nvPicPr>
          <p:cNvPr id="9" name="Content Placeholder 5" descr="A diagram of a computer&#10;&#10;AI-generated content may be incorrect.">
            <a:extLst>
              <a:ext uri="{FF2B5EF4-FFF2-40B4-BE49-F238E27FC236}">
                <a16:creationId xmlns:a16="http://schemas.microsoft.com/office/drawing/2014/main" id="{4322AC25-B4D4-F655-B720-3AAB82ADF6A0}"/>
              </a:ext>
            </a:extLst>
          </p:cNvPr>
          <p:cNvPicPr>
            <a:picLocks noChangeAspect="1"/>
          </p:cNvPicPr>
          <p:nvPr/>
        </p:nvPicPr>
        <p:blipFill>
          <a:blip r:embed="rId3"/>
          <a:stretch>
            <a:fillRect/>
          </a:stretch>
        </p:blipFill>
        <p:spPr>
          <a:xfrm>
            <a:off x="652441" y="17642452"/>
            <a:ext cx="12740910" cy="7942868"/>
          </a:xfrm>
          <a:prstGeom prst="rect">
            <a:avLst/>
          </a:prstGeom>
        </p:spPr>
      </p:pic>
      <p:sp>
        <p:nvSpPr>
          <p:cNvPr id="18" name="TextBox 17">
            <a:extLst>
              <a:ext uri="{FF2B5EF4-FFF2-40B4-BE49-F238E27FC236}">
                <a16:creationId xmlns:a16="http://schemas.microsoft.com/office/drawing/2014/main" id="{F670BF3D-B3F5-F101-79DD-85520D67286A}"/>
              </a:ext>
            </a:extLst>
          </p:cNvPr>
          <p:cNvSpPr txBox="1"/>
          <p:nvPr/>
        </p:nvSpPr>
        <p:spPr>
          <a:xfrm>
            <a:off x="819150" y="6533936"/>
            <a:ext cx="12211050" cy="6863417"/>
          </a:xfrm>
          <a:prstGeom prst="rect">
            <a:avLst/>
          </a:prstGeom>
          <a:noFill/>
        </p:spPr>
        <p:txBody>
          <a:bodyPr wrap="square">
            <a:spAutoFit/>
          </a:bodyPr>
          <a:lstStyle/>
          <a:p>
            <a:r>
              <a:rPr lang="en-US" sz="4400" dirty="0"/>
              <a:t>Deep brain stimulation (DBS) has emerged as a highly effective neuromodulation technique for treating several neurological disorders, most notably Parkinson’s disease, where it has significantly improved motor symptoms and quality of life for thousands of patients. Building on its clinical success, recent research has explored DBS as a potential therapy for severe opioid addiction, with early studies demonstrating promising outcomes in reducing cravings and supporting long-term recovery.</a:t>
            </a:r>
          </a:p>
        </p:txBody>
      </p:sp>
      <p:sp>
        <p:nvSpPr>
          <p:cNvPr id="20" name="TextBox 19">
            <a:extLst>
              <a:ext uri="{FF2B5EF4-FFF2-40B4-BE49-F238E27FC236}">
                <a16:creationId xmlns:a16="http://schemas.microsoft.com/office/drawing/2014/main" id="{5BC796CB-FF76-1334-115A-85D13A3682C9}"/>
              </a:ext>
            </a:extLst>
          </p:cNvPr>
          <p:cNvSpPr txBox="1"/>
          <p:nvPr/>
        </p:nvSpPr>
        <p:spPr>
          <a:xfrm>
            <a:off x="14051144" y="6561374"/>
            <a:ext cx="11409329" cy="5632311"/>
          </a:xfrm>
          <a:prstGeom prst="rect">
            <a:avLst/>
          </a:prstGeom>
          <a:noFill/>
        </p:spPr>
        <p:txBody>
          <a:bodyPr wrap="square">
            <a:spAutoFit/>
          </a:bodyPr>
          <a:lstStyle/>
          <a:p>
            <a:r>
              <a:rPr lang="en-US" sz="3600" dirty="0"/>
              <a:t>Despite growing interest in non-invasive deep brain stimulation (NIDBS) as a safer and more accessible alternative to surgical methods, current technologies rely on large, expensive, and highly specialized equipment. These systems are confined to clinical or research environments, limiting their availability and preventing continuous or at-home use. At present, no portable or affordable devices exist that can deliver effective non-invasive deep brain stimulation, creating a significant barrier to broader adoption and real-world therapeutic impact.</a:t>
            </a:r>
          </a:p>
        </p:txBody>
      </p:sp>
      <p:sp>
        <p:nvSpPr>
          <p:cNvPr id="22" name="TextBox 21">
            <a:extLst>
              <a:ext uri="{FF2B5EF4-FFF2-40B4-BE49-F238E27FC236}">
                <a16:creationId xmlns:a16="http://schemas.microsoft.com/office/drawing/2014/main" id="{8D63E3B7-F9FC-740E-1CE2-8401B01D4095}"/>
              </a:ext>
            </a:extLst>
          </p:cNvPr>
          <p:cNvSpPr txBox="1"/>
          <p:nvPr/>
        </p:nvSpPr>
        <p:spPr>
          <a:xfrm>
            <a:off x="14051144" y="19298632"/>
            <a:ext cx="11641903" cy="4429995"/>
          </a:xfrm>
          <a:prstGeom prst="rect">
            <a:avLst/>
          </a:prstGeom>
          <a:noFill/>
        </p:spPr>
        <p:txBody>
          <a:bodyPr wrap="square">
            <a:spAutoFit/>
          </a:bodyPr>
          <a:lstStyle/>
          <a:p>
            <a:pPr algn="l">
              <a:buNone/>
            </a:pPr>
            <a:r>
              <a:rPr lang="en-US" sz="3200" b="0" i="0" dirty="0">
                <a:solidFill>
                  <a:srgbClr val="000000"/>
                </a:solidFill>
                <a:effectLst/>
                <a:latin typeface="Arial" panose="020B0604020202020204" pitchFamily="34" charset="0"/>
              </a:rPr>
              <a:t>Apply two sinusoidal currents with slightly</a:t>
            </a:r>
            <a:br>
              <a:rPr lang="en-US" sz="3200" b="0" i="0" dirty="0">
                <a:solidFill>
                  <a:srgbClr val="000000"/>
                </a:solidFill>
                <a:effectLst/>
                <a:latin typeface="Lato" panose="020F0502020204030203" pitchFamily="34" charset="0"/>
              </a:rPr>
            </a:br>
            <a:r>
              <a:rPr lang="en-US" sz="3200" b="0" i="0" dirty="0">
                <a:solidFill>
                  <a:srgbClr val="000000"/>
                </a:solidFill>
                <a:effectLst/>
                <a:latin typeface="Arial" panose="020B0604020202020204" pitchFamily="34" charset="0"/>
              </a:rPr>
              <a:t>different frequencies</a:t>
            </a:r>
            <a:br>
              <a:rPr lang="en-US" sz="3200" b="0" i="0" dirty="0">
                <a:solidFill>
                  <a:srgbClr val="000000"/>
                </a:solidFill>
                <a:effectLst/>
                <a:latin typeface="Lato" panose="020F0502020204030203" pitchFamily="34" charset="0"/>
              </a:rPr>
            </a:br>
            <a:r>
              <a:rPr lang="en-US" sz="3200" b="0" i="0" dirty="0">
                <a:solidFill>
                  <a:srgbClr val="000000"/>
                </a:solidFill>
                <a:effectLst/>
                <a:latin typeface="Arial" panose="020B0604020202020204" pitchFamily="34" charset="0"/>
              </a:rPr>
              <a:t>• f1 and f2 are at frequencies that the human</a:t>
            </a:r>
            <a:br>
              <a:rPr lang="en-US" sz="3200" b="0" i="0" dirty="0">
                <a:solidFill>
                  <a:srgbClr val="000000"/>
                </a:solidFill>
                <a:effectLst/>
                <a:latin typeface="Lato" panose="020F0502020204030203" pitchFamily="34" charset="0"/>
              </a:rPr>
            </a:br>
            <a:r>
              <a:rPr lang="en-US" sz="3200" b="0" i="0" dirty="0">
                <a:solidFill>
                  <a:srgbClr val="000000"/>
                </a:solidFill>
                <a:effectLst/>
                <a:latin typeface="Arial" panose="020B0604020202020204" pitchFamily="34" charset="0"/>
              </a:rPr>
              <a:t>brain does not respond to</a:t>
            </a:r>
            <a:br>
              <a:rPr lang="en-US" sz="3200" b="0" i="0" dirty="0">
                <a:solidFill>
                  <a:srgbClr val="000000"/>
                </a:solidFill>
                <a:effectLst/>
                <a:latin typeface="Lato" panose="020F0502020204030203" pitchFamily="34" charset="0"/>
              </a:rPr>
            </a:br>
            <a:r>
              <a:rPr lang="en-US" sz="3200" b="0" i="0" dirty="0">
                <a:solidFill>
                  <a:srgbClr val="000000"/>
                </a:solidFill>
                <a:effectLst/>
                <a:latin typeface="Arial" panose="020B0604020202020204" pitchFamily="34" charset="0"/>
              </a:rPr>
              <a:t>• The beat frequency is at a frequency that</a:t>
            </a:r>
            <a:br>
              <a:rPr lang="en-US" sz="3200" b="0" i="0" dirty="0">
                <a:solidFill>
                  <a:srgbClr val="000000"/>
                </a:solidFill>
                <a:effectLst/>
                <a:latin typeface="Lato" panose="020F0502020204030203" pitchFamily="34" charset="0"/>
              </a:rPr>
            </a:br>
            <a:r>
              <a:rPr lang="en-US" sz="3200" b="0" i="0" dirty="0">
                <a:solidFill>
                  <a:srgbClr val="000000"/>
                </a:solidFill>
                <a:effectLst/>
                <a:latin typeface="Arial" panose="020B0604020202020204" pitchFamily="34" charset="0"/>
              </a:rPr>
              <a:t>the human brain responds to</a:t>
            </a:r>
            <a:br>
              <a:rPr lang="en-US" sz="3200" b="0" i="0" dirty="0">
                <a:solidFill>
                  <a:srgbClr val="000000"/>
                </a:solidFill>
                <a:effectLst/>
                <a:latin typeface="Lato" panose="020F0502020204030203" pitchFamily="34" charset="0"/>
              </a:rPr>
            </a:br>
            <a:r>
              <a:rPr lang="en-US" sz="3200" b="0" i="0" dirty="0">
                <a:solidFill>
                  <a:srgbClr val="000000"/>
                </a:solidFill>
                <a:effectLst/>
                <a:latin typeface="Arial" panose="020B0604020202020204" pitchFamily="34" charset="0"/>
              </a:rPr>
              <a:t>• This allows you to target deep areas of the</a:t>
            </a:r>
            <a:br>
              <a:rPr lang="en-US" sz="3200" b="0" i="0" dirty="0">
                <a:solidFill>
                  <a:srgbClr val="000000"/>
                </a:solidFill>
                <a:effectLst/>
                <a:latin typeface="Lato" panose="020F0502020204030203" pitchFamily="34" charset="0"/>
              </a:rPr>
            </a:br>
            <a:r>
              <a:rPr lang="en-US" sz="3200" b="0" i="0" dirty="0">
                <a:solidFill>
                  <a:srgbClr val="000000"/>
                </a:solidFill>
                <a:effectLst/>
                <a:latin typeface="Arial" panose="020B0604020202020204" pitchFamily="34" charset="0"/>
              </a:rPr>
              <a:t>brain</a:t>
            </a:r>
            <a:br>
              <a:rPr lang="en-US" dirty="0"/>
            </a:br>
            <a:endParaRPr lang="en-US" dirty="0"/>
          </a:p>
        </p:txBody>
      </p:sp>
      <p:pic>
        <p:nvPicPr>
          <p:cNvPr id="1026" name="Picture 2" descr="Temporal Interference Stimulation - A New Application for Pairs of DS5  Stimulators | Digitimer">
            <a:extLst>
              <a:ext uri="{FF2B5EF4-FFF2-40B4-BE49-F238E27FC236}">
                <a16:creationId xmlns:a16="http://schemas.microsoft.com/office/drawing/2014/main" id="{547FA002-8A65-1375-936D-33EEE625C97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77740" y="22948356"/>
            <a:ext cx="7494643" cy="749464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What is a BrainsWay Deep TMS Device? - BrainsWay">
            <a:extLst>
              <a:ext uri="{FF2B5EF4-FFF2-40B4-BE49-F238E27FC236}">
                <a16:creationId xmlns:a16="http://schemas.microsoft.com/office/drawing/2014/main" id="{EDC2344A-FA0F-D18F-E117-6FEF0A613FB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697200" y="12397937"/>
            <a:ext cx="7696200" cy="499867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theme/theme1.xml><?xml version="1.0" encoding="utf-8"?>
<a:theme xmlns:a="http://schemas.openxmlformats.org/drawingml/2006/main" name="Default Design">
  <a:themeElements>
    <a:clrScheme name="Default Design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C5050C"/>
        </a:solidFill>
        <a:ln>
          <a:noFill/>
        </a:ln>
        <a:effectLst/>
      </a:spPr>
      <a:bodyPr rtlCol="0" anchor="ctr"/>
      <a:lstStyle>
        <a:defPPr algn="ctr">
          <a:defRPr sz="2800" b="1" dirty="0">
            <a:solidFill>
              <a:schemeClr val="bg1"/>
            </a:solidFill>
            <a:latin typeface="Arial" panose="020B0604020202020204" pitchFamily="34" charset="0"/>
            <a:cs typeface="Arial" panose="020B0604020202020204" pitchFamily="34" charset="0"/>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raClrScheme>
      <a:clrScheme name="Default Design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xx_WEMPEC_2021poster_template_landscape" id="{A8779C69-C3E4-4A82-A15D-C40D15183625}" vid="{9402E961-77A0-4223-A57A-6AD23D315A3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xx_WEMPEC_2021poster_template_landscape</Template>
  <TotalTime>18578</TotalTime>
  <Words>255</Words>
  <Application>Microsoft Office PowerPoint</Application>
  <PresentationFormat>Custom</PresentationFormat>
  <Paragraphs>18</Paragraphs>
  <Slides>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Arabic Typesetting</vt:lpstr>
      <vt:lpstr>Arial</vt:lpstr>
      <vt:lpstr>Calibri</vt:lpstr>
      <vt:lpstr>Lato</vt:lpstr>
      <vt:lpstr>Lucida Calligraphy</vt:lpstr>
      <vt:lpstr>Times New Roman</vt:lpstr>
      <vt:lpstr>Default Design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PIA STRAMPP</dc:creator>
  <cp:lastModifiedBy>Samad Q</cp:lastModifiedBy>
  <cp:revision>19</cp:revision>
  <cp:lastPrinted>2013-04-15T14:21:15Z</cp:lastPrinted>
  <dcterms:created xsi:type="dcterms:W3CDTF">2021-03-02T21:31:00Z</dcterms:created>
  <dcterms:modified xsi:type="dcterms:W3CDTF">2025-11-19T18:51:43Z</dcterms:modified>
</cp:coreProperties>
</file>